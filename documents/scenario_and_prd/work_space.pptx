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03CCE-BF90-4A88-8CB0-47732D597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DA6FA6-87C8-48B0-A240-D0CA24E9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A8758-59F9-411E-B01D-37D91255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722AC-5CFC-415C-8F9B-CD43609C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6062D-C27D-490E-8625-899D8D72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87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5C239-4ED4-40C0-92E0-B700059D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9EF88C-ACCA-4911-90B8-25B8EEC9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A84CCF-8AF5-4943-9BBD-91A341A2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88539A-F7FB-4ADF-8655-278204EC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A79674-1740-4956-BD2E-33209409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14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2DCD0-80F4-4B54-8ACD-9E380DD5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01C326-7951-43AC-9C41-AD2694495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C0714-7F14-4791-8802-C4D7B99D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AA6C1B-768D-46BE-9B66-3AFA9647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D674B-12F0-4CB3-83C4-4CAE51BD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1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817B9-B75A-4BA1-B69E-8079C1BC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2C043-AC07-4BC3-ACF4-B43CF79B2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F66C6-77EC-4982-8ED0-077EDA4AB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2166E5-FE6A-415B-9E2E-91D6070A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ADD1AC-4F0D-4FDE-B809-E148A817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82A8BC-B4D5-4903-8D66-2E48153D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19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9EE1F-C5B3-49CD-9438-CBBE41A9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F8E1F4-D6BF-4D40-A2A8-3862F56C2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0A4E83-568F-40DC-8CD4-0E4AD67FB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80B413-0B40-4096-AC74-EE4D67C14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1B47B9-FC38-4072-9107-2C810FDBF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2BA3B1-EA28-4CE3-BB71-79C1D6BE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45D6B6-E444-4C66-B365-48F5C718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5C9517-974D-4EA8-A03E-942603DB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78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7781D-2109-4D2A-BA64-B050952C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A2D920-47B3-4ACB-9E5D-433C676B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CB22C1-65B3-416D-9235-D93E2C1D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66FF5D-AD16-4EA3-9239-47375EEF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06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2117B4-C90B-44A8-AC47-F7CD81F6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2F8617-4860-41B4-BBD9-7C6C90E6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2DED5-43CE-4B67-9A34-591EF80C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61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1EC53-54BC-4C6F-AADF-8F7EEAB5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4C4BE8-6856-4BB1-BDFD-71A6E3FBE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E77A8-8CCC-41D3-8A74-7A66A6877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4218B-E38E-4057-9922-EDA99633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B41E4F-B2AA-45C7-A5F4-6249AF8D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CD54B0-DD2A-40D2-86B3-61B3E688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88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26E77-82A7-4107-9740-5045916E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C14004-9BFC-47E3-903F-7CE807F99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C7C27C-E293-4669-8DD6-16178F410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71A7A8-BC9C-44A0-A945-DFED30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9E04E6-3D59-4204-B4AF-A035CD93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38824F-603D-46E8-9448-A3D7BE00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52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79EEA-269C-4F68-B40E-FE058E0E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2C552A-5429-4582-A09D-8F7818DF5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DDB76-48DE-4E1A-AA89-2ABF531A3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F1324-EAF3-4250-8D22-76F3A863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1C8D2-D701-4D02-9882-CE7868D9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3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EC885B-5D2B-4966-87EE-DDA5EF467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DDD2EE-697C-4AFC-AB48-8C994D9BE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D3CDD-2B93-444E-8209-C7CAD55F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6D8BA-258C-41E8-B68E-C16BE82E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C66761-D704-46F0-AA61-26D1EDF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58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411B40-3D3A-445C-ACF0-E46F6F35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1338E5-D82C-422E-BA60-916D58F22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4B4B5-7ECB-4A0D-8591-63DBA7FA5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3058D-1DA7-4AA6-AE10-0518BFEA6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9F9CC-8D3C-4BAD-AF6B-59845804E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7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4C06BE-6EAF-481A-884E-1E685522BEF6}"/>
              </a:ext>
            </a:extLst>
          </p:cNvPr>
          <p:cNvSpPr/>
          <p:nvPr/>
        </p:nvSpPr>
        <p:spPr>
          <a:xfrm>
            <a:off x="1559878" y="1576211"/>
            <a:ext cx="1513556" cy="1995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부품</a:t>
            </a:r>
            <a:endParaRPr lang="en-US" altLang="ko-KR" sz="1400" dirty="0"/>
          </a:p>
          <a:p>
            <a:pPr algn="ctr"/>
            <a:r>
              <a:rPr lang="ko-KR" altLang="en-US" sz="1400" dirty="0"/>
              <a:t>적재함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600936-A723-4262-9187-DBE37F6CA8D0}"/>
              </a:ext>
            </a:extLst>
          </p:cNvPr>
          <p:cNvSpPr/>
          <p:nvPr/>
        </p:nvSpPr>
        <p:spPr>
          <a:xfrm>
            <a:off x="3929767" y="2349151"/>
            <a:ext cx="880533" cy="8692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로봇</a:t>
            </a:r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4ACEA36-FD47-458B-980C-D3E08139C069}"/>
              </a:ext>
            </a:extLst>
          </p:cNvPr>
          <p:cNvSpPr/>
          <p:nvPr/>
        </p:nvSpPr>
        <p:spPr>
          <a:xfrm>
            <a:off x="7403500" y="2349151"/>
            <a:ext cx="880533" cy="8692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로봇</a:t>
            </a:r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D68C48-AD1A-4C41-A802-027542CB4067}"/>
              </a:ext>
            </a:extLst>
          </p:cNvPr>
          <p:cNvSpPr/>
          <p:nvPr/>
        </p:nvSpPr>
        <p:spPr>
          <a:xfrm>
            <a:off x="3073434" y="3753557"/>
            <a:ext cx="6045132" cy="1350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946D2E6-5BB2-4302-B3BE-C5C102292BD9}"/>
              </a:ext>
            </a:extLst>
          </p:cNvPr>
          <p:cNvSpPr/>
          <p:nvPr/>
        </p:nvSpPr>
        <p:spPr>
          <a:xfrm>
            <a:off x="9118566" y="1576210"/>
            <a:ext cx="1513556" cy="1995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완성품</a:t>
            </a:r>
            <a:endParaRPr lang="en-US" altLang="ko-KR" sz="1400" dirty="0"/>
          </a:p>
          <a:p>
            <a:pPr algn="ctr"/>
            <a:r>
              <a:rPr lang="ko-KR" altLang="en-US" sz="1400" dirty="0"/>
              <a:t>적재함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4E7BF6-ED3B-42E6-BE91-1CAD50F5F6C3}"/>
              </a:ext>
            </a:extLst>
          </p:cNvPr>
          <p:cNvSpPr/>
          <p:nvPr/>
        </p:nvSpPr>
        <p:spPr>
          <a:xfrm>
            <a:off x="5085257" y="3954638"/>
            <a:ext cx="2043289" cy="948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작업자</a:t>
            </a:r>
            <a:endParaRPr lang="en-US" altLang="ko-KR" sz="1400" dirty="0"/>
          </a:p>
          <a:p>
            <a:pPr algn="ctr"/>
            <a:r>
              <a:rPr lang="ko-KR" altLang="en-US" sz="1400" dirty="0"/>
              <a:t>작업 공간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6272C13-9B89-49F4-88E4-F7ED31D41781}"/>
              </a:ext>
            </a:extLst>
          </p:cNvPr>
          <p:cNvSpPr/>
          <p:nvPr/>
        </p:nvSpPr>
        <p:spPr>
          <a:xfrm>
            <a:off x="7376901" y="3954638"/>
            <a:ext cx="1501423" cy="948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검수 공간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3DCDA5-AE1F-4AFD-AEF4-7A4280B65580}"/>
              </a:ext>
            </a:extLst>
          </p:cNvPr>
          <p:cNvSpPr/>
          <p:nvPr/>
        </p:nvSpPr>
        <p:spPr>
          <a:xfrm>
            <a:off x="3335479" y="3954637"/>
            <a:ext cx="1501423" cy="948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부품 대기 공간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BA44A8-C47B-42C4-88C1-8650FCF7AB99}"/>
              </a:ext>
            </a:extLst>
          </p:cNvPr>
          <p:cNvSpPr/>
          <p:nvPr/>
        </p:nvSpPr>
        <p:spPr>
          <a:xfrm>
            <a:off x="5666634" y="1576210"/>
            <a:ext cx="880533" cy="1995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불량품</a:t>
            </a:r>
            <a:endParaRPr lang="en-US" altLang="ko-KR" sz="1400" dirty="0"/>
          </a:p>
          <a:p>
            <a:pPr algn="ctr"/>
            <a:r>
              <a:rPr lang="ko-KR" altLang="en-US" sz="1400" dirty="0"/>
              <a:t>적재함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CA188E0-9D72-4F55-8CBF-A387D94E03F7}"/>
              </a:ext>
            </a:extLst>
          </p:cNvPr>
          <p:cNvSpPr/>
          <p:nvPr/>
        </p:nvSpPr>
        <p:spPr>
          <a:xfrm>
            <a:off x="5759596" y="5286023"/>
            <a:ext cx="672031" cy="60913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작업자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517D35-A087-411C-BA94-97B99C6409BE}"/>
              </a:ext>
            </a:extLst>
          </p:cNvPr>
          <p:cNvSpPr txBox="1"/>
          <p:nvPr/>
        </p:nvSpPr>
        <p:spPr>
          <a:xfrm>
            <a:off x="5339222" y="593510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작업 공간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93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5FF70482-C2FA-42BF-B604-AA91996015E0}"/>
              </a:ext>
            </a:extLst>
          </p:cNvPr>
          <p:cNvGrpSpPr/>
          <p:nvPr/>
        </p:nvGrpSpPr>
        <p:grpSpPr>
          <a:xfrm>
            <a:off x="1676824" y="425170"/>
            <a:ext cx="8838353" cy="6007660"/>
            <a:chOff x="1676824" y="425170"/>
            <a:chExt cx="8838353" cy="600766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CF8448D8-C608-46EE-BDB8-D4C6724B617A}"/>
                </a:ext>
              </a:extLst>
            </p:cNvPr>
            <p:cNvSpPr/>
            <p:nvPr/>
          </p:nvSpPr>
          <p:spPr>
            <a:xfrm>
              <a:off x="4859867" y="1596723"/>
              <a:ext cx="2472267" cy="3668678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BEF9CAA-8102-4DDB-88E4-AA85580835B6}"/>
                </a:ext>
              </a:extLst>
            </p:cNvPr>
            <p:cNvSpPr/>
            <p:nvPr/>
          </p:nvSpPr>
          <p:spPr>
            <a:xfrm>
              <a:off x="4978401" y="1693333"/>
              <a:ext cx="2269066" cy="34543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물류 분류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작업대</a:t>
              </a: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0925292-A059-462E-9ADC-65A62447B952}"/>
                </a:ext>
              </a:extLst>
            </p:cNvPr>
            <p:cNvSpPr/>
            <p:nvPr/>
          </p:nvSpPr>
          <p:spPr>
            <a:xfrm>
              <a:off x="3584857" y="2985029"/>
              <a:ext cx="880533" cy="86924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로봇</a:t>
              </a:r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B09F982-8DB7-4391-AA41-C8A7EB607577}"/>
                </a:ext>
              </a:extLst>
            </p:cNvPr>
            <p:cNvSpPr/>
            <p:nvPr/>
          </p:nvSpPr>
          <p:spPr>
            <a:xfrm>
              <a:off x="7726611" y="2985029"/>
              <a:ext cx="880533" cy="86924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로봇</a:t>
              </a:r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EFC95D9-1D12-4CF8-9006-CA0C00933F16}"/>
                </a:ext>
              </a:extLst>
            </p:cNvPr>
            <p:cNvSpPr/>
            <p:nvPr/>
          </p:nvSpPr>
          <p:spPr>
            <a:xfrm>
              <a:off x="1676824" y="1016528"/>
              <a:ext cx="1513556" cy="13814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물류</a:t>
              </a:r>
              <a:r>
                <a:rPr lang="en-US" altLang="ko-KR" sz="1400" dirty="0"/>
                <a:t>A-Red</a:t>
              </a:r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C0AB604-7E72-4B16-A736-97EEF8FBA31F}"/>
                </a:ext>
              </a:extLst>
            </p:cNvPr>
            <p:cNvSpPr/>
            <p:nvPr/>
          </p:nvSpPr>
          <p:spPr>
            <a:xfrm>
              <a:off x="9001621" y="1016528"/>
              <a:ext cx="1513556" cy="138147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물류</a:t>
              </a:r>
              <a:r>
                <a:rPr lang="en-US" altLang="ko-KR" sz="1400" dirty="0"/>
                <a:t>A-Green</a:t>
              </a:r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847B8CE-3815-4B82-9F6C-75A54E1444F3}"/>
                </a:ext>
              </a:extLst>
            </p:cNvPr>
            <p:cNvSpPr/>
            <p:nvPr/>
          </p:nvSpPr>
          <p:spPr>
            <a:xfrm>
              <a:off x="1676824" y="2728911"/>
              <a:ext cx="1513556" cy="13814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물류</a:t>
              </a:r>
              <a:r>
                <a:rPr lang="en-US" altLang="ko-KR" sz="1400" dirty="0"/>
                <a:t>B-Blue</a:t>
              </a:r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E08ED9D-D1E9-46C1-86BE-E4EDC3E934C1}"/>
                </a:ext>
              </a:extLst>
            </p:cNvPr>
            <p:cNvSpPr/>
            <p:nvPr/>
          </p:nvSpPr>
          <p:spPr>
            <a:xfrm>
              <a:off x="9001621" y="2728911"/>
              <a:ext cx="1513556" cy="13814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물류</a:t>
              </a:r>
              <a:r>
                <a:rPr lang="en-US" altLang="ko-KR" sz="1400" dirty="0"/>
                <a:t>B-Red</a:t>
              </a:r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75B7A29-F662-40E3-9C48-3CAA936A2A86}"/>
                </a:ext>
              </a:extLst>
            </p:cNvPr>
            <p:cNvSpPr/>
            <p:nvPr/>
          </p:nvSpPr>
          <p:spPr>
            <a:xfrm>
              <a:off x="1676824" y="4441294"/>
              <a:ext cx="1513556" cy="13814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물류</a:t>
              </a:r>
              <a:r>
                <a:rPr lang="en-US" altLang="ko-KR" sz="1400" dirty="0"/>
                <a:t>C-Green</a:t>
              </a:r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E73B3D3-7DE1-4DD7-8A0F-414C7C8C41B0}"/>
                </a:ext>
              </a:extLst>
            </p:cNvPr>
            <p:cNvSpPr/>
            <p:nvPr/>
          </p:nvSpPr>
          <p:spPr>
            <a:xfrm>
              <a:off x="9001621" y="4441294"/>
              <a:ext cx="1513556" cy="13814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물류</a:t>
              </a:r>
              <a:r>
                <a:rPr lang="en-US" altLang="ko-KR" sz="1400"/>
                <a:t>C-Blue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D6DB087-A029-40EF-AF34-D805DDBA8F57}"/>
                </a:ext>
              </a:extLst>
            </p:cNvPr>
            <p:cNvSpPr/>
            <p:nvPr/>
          </p:nvSpPr>
          <p:spPr>
            <a:xfrm>
              <a:off x="5759985" y="5518206"/>
              <a:ext cx="672031" cy="60913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작업자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3370E80-8C76-4D20-9ACD-DF3EE6071BF4}"/>
                </a:ext>
              </a:extLst>
            </p:cNvPr>
            <p:cNvSpPr/>
            <p:nvPr/>
          </p:nvSpPr>
          <p:spPr>
            <a:xfrm>
              <a:off x="5759985" y="711960"/>
              <a:ext cx="672031" cy="60913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작업자</a:t>
              </a:r>
            </a:p>
          </p:txBody>
        </p:sp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A160A4D5-0ED3-4F3F-AC32-7335DB7B53CE}"/>
                </a:ext>
              </a:extLst>
            </p:cNvPr>
            <p:cNvSpPr/>
            <p:nvPr/>
          </p:nvSpPr>
          <p:spPr>
            <a:xfrm>
              <a:off x="6036731" y="1370783"/>
              <a:ext cx="118535" cy="176252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화살표: 아래쪽 19">
              <a:extLst>
                <a:ext uri="{FF2B5EF4-FFF2-40B4-BE49-F238E27FC236}">
                  <a16:creationId xmlns:a16="http://schemas.microsoft.com/office/drawing/2014/main" id="{AEDDB7C9-32FB-4A38-9EEC-9AF705B5AEA3}"/>
                </a:ext>
              </a:extLst>
            </p:cNvPr>
            <p:cNvSpPr/>
            <p:nvPr/>
          </p:nvSpPr>
          <p:spPr>
            <a:xfrm rot="10800000">
              <a:off x="6036731" y="5303677"/>
              <a:ext cx="118535" cy="176252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A212AD7-BB36-4C42-B8F7-C8DA6FEEEB8E}"/>
                </a:ext>
              </a:extLst>
            </p:cNvPr>
            <p:cNvSpPr/>
            <p:nvPr/>
          </p:nvSpPr>
          <p:spPr>
            <a:xfrm>
              <a:off x="3995500" y="4432209"/>
              <a:ext cx="864367" cy="82906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분류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불가품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E0306F4-FF30-419F-8DC9-89211E6CD7AB}"/>
                </a:ext>
              </a:extLst>
            </p:cNvPr>
            <p:cNvSpPr/>
            <p:nvPr/>
          </p:nvSpPr>
          <p:spPr>
            <a:xfrm>
              <a:off x="7332134" y="1596723"/>
              <a:ext cx="864367" cy="82906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분류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불가품</a:t>
              </a:r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DA36CD22-8648-4ED0-9E45-68AEF4DD843A}"/>
                </a:ext>
              </a:extLst>
            </p:cNvPr>
            <p:cNvSpPr/>
            <p:nvPr/>
          </p:nvSpPr>
          <p:spPr>
            <a:xfrm>
              <a:off x="6036730" y="6212946"/>
              <a:ext cx="118535" cy="176252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화살표: 아래쪽 22">
              <a:extLst>
                <a:ext uri="{FF2B5EF4-FFF2-40B4-BE49-F238E27FC236}">
                  <a16:creationId xmlns:a16="http://schemas.microsoft.com/office/drawing/2014/main" id="{EBA16ACC-FD5E-4ED0-B818-A59696B544C9}"/>
                </a:ext>
              </a:extLst>
            </p:cNvPr>
            <p:cNvSpPr/>
            <p:nvPr/>
          </p:nvSpPr>
          <p:spPr>
            <a:xfrm rot="10800000">
              <a:off x="6036730" y="488191"/>
              <a:ext cx="118535" cy="176252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EF0F96B-512D-436E-A8D8-1E5EC870A9A3}"/>
                </a:ext>
              </a:extLst>
            </p:cNvPr>
            <p:cNvSpPr/>
            <p:nvPr/>
          </p:nvSpPr>
          <p:spPr>
            <a:xfrm>
              <a:off x="3995499" y="5261277"/>
              <a:ext cx="864367" cy="117155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컨베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이어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벨트</a:t>
              </a:r>
              <a:endParaRPr lang="en-US" altLang="ko-KR" sz="1400" dirty="0"/>
            </a:p>
            <a:p>
              <a:pPr algn="ctr"/>
              <a:endParaRPr lang="ko-KR" altLang="en-US" dirty="0"/>
            </a:p>
          </p:txBody>
        </p:sp>
        <p:sp>
          <p:nvSpPr>
            <p:cNvPr id="25" name="화살표: 아래쪽 24">
              <a:extLst>
                <a:ext uri="{FF2B5EF4-FFF2-40B4-BE49-F238E27FC236}">
                  <a16:creationId xmlns:a16="http://schemas.microsoft.com/office/drawing/2014/main" id="{58201DC9-43E2-4F4D-A28D-AAC797F6B916}"/>
                </a:ext>
              </a:extLst>
            </p:cNvPr>
            <p:cNvSpPr/>
            <p:nvPr/>
          </p:nvSpPr>
          <p:spPr>
            <a:xfrm>
              <a:off x="4368414" y="6124820"/>
              <a:ext cx="118535" cy="176252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94B24BE-A881-462A-B3F7-5C0A65C853AF}"/>
                </a:ext>
              </a:extLst>
            </p:cNvPr>
            <p:cNvSpPr/>
            <p:nvPr/>
          </p:nvSpPr>
          <p:spPr>
            <a:xfrm>
              <a:off x="7332133" y="425170"/>
              <a:ext cx="864367" cy="117155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/>
            </a:p>
            <a:p>
              <a:pPr algn="ctr"/>
              <a:r>
                <a:rPr lang="ko-KR" altLang="en-US" sz="1400" dirty="0"/>
                <a:t>컨베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이어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벨트</a:t>
              </a:r>
              <a:endParaRPr lang="en-US" altLang="ko-KR" sz="1400" dirty="0"/>
            </a:p>
          </p:txBody>
        </p:sp>
        <p:sp>
          <p:nvSpPr>
            <p:cNvPr id="27" name="화살표: 아래쪽 26">
              <a:extLst>
                <a:ext uri="{FF2B5EF4-FFF2-40B4-BE49-F238E27FC236}">
                  <a16:creationId xmlns:a16="http://schemas.microsoft.com/office/drawing/2014/main" id="{B4B4B5DD-2BB6-4685-89A0-812E0EA8A450}"/>
                </a:ext>
              </a:extLst>
            </p:cNvPr>
            <p:cNvSpPr/>
            <p:nvPr/>
          </p:nvSpPr>
          <p:spPr>
            <a:xfrm rot="10800000">
              <a:off x="7688114" y="535708"/>
              <a:ext cx="118535" cy="176252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939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60</Words>
  <Application>Microsoft Office PowerPoint</Application>
  <PresentationFormat>와이드스크린</PresentationFormat>
  <Paragraphs>43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HKIT</dc:creator>
  <cp:lastModifiedBy>HKIT</cp:lastModifiedBy>
  <cp:revision>12</cp:revision>
  <dcterms:created xsi:type="dcterms:W3CDTF">2026-08-27T22:11:17Z</dcterms:created>
  <dcterms:modified xsi:type="dcterms:W3CDTF">2026-08-31T07:17:36Z</dcterms:modified>
</cp:coreProperties>
</file>