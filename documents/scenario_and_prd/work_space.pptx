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7BF45EF-4CF8-462C-9EFB-73AC3BE234D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2767D9-E84C-48EA-B2FC-2A661064C61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8A78E1E-C5FD-4143-8A3E-79302CF06A5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6A6C0F5-EAD0-40E0-A2F6-677A065D997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EDF4D5-0921-4277-8A43-14B6594C835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523880" y="1122480"/>
            <a:ext cx="9143280" cy="1106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84FB69E-360B-4DF1-B6D0-4E478AACBED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30DAE5E-16BA-43A2-B3F7-08CFD434449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3317DC2-A99B-45A4-8759-651462E390A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1F50249-06C2-4AEF-A785-4FA4B3F7D99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5B0462A-EEB4-4406-A152-671124152C3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FBC5C4-E33D-4E9B-AE07-68913421023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5D251C-CD1E-4BC7-A7B1-C22CDD52828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</a:t>
            </a:r>
            <a:r>
              <a:rPr b="0" lang="en-US" sz="1800" spc="-1" strike="noStrike">
                <a:latin typeface="Arial"/>
              </a:rPr>
              <a:t>to edit </a:t>
            </a:r>
            <a:r>
              <a:rPr b="0" lang="en-US" sz="1800" spc="-1" strike="noStrike">
                <a:latin typeface="Arial"/>
              </a:rPr>
              <a:t>the </a:t>
            </a:r>
            <a:r>
              <a:rPr b="0" lang="en-US" sz="1800" spc="-1" strike="noStrike">
                <a:latin typeface="Arial"/>
              </a:rPr>
              <a:t>title </a:t>
            </a:r>
            <a:r>
              <a:rPr b="0" lang="en-US" sz="1800" spc="-1" strike="noStrike">
                <a:latin typeface="Arial"/>
              </a:rPr>
              <a:t>text </a:t>
            </a:r>
            <a:r>
              <a:rPr b="0" lang="en-US" sz="1800" spc="-1" strike="noStrike">
                <a:latin typeface="Arial"/>
              </a:rPr>
              <a:t>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맑은 고딕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0A4BDF4-15E0-4876-A905-D3B38A80E6FF}" type="slidenum">
              <a:rPr b="0" lang="en-US" sz="1200" spc="-1" strike="noStrike">
                <a:solidFill>
                  <a:srgbClr val="8b8b8b"/>
                </a:solidFill>
                <a:latin typeface="맑은 고딕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1"/>
          <p:cNvSpPr/>
          <p:nvPr/>
        </p:nvSpPr>
        <p:spPr>
          <a:xfrm>
            <a:off x="1559880" y="1576080"/>
            <a:ext cx="1512720" cy="1994760"/>
          </a:xfrm>
          <a:prstGeom prst="rect">
            <a:avLst/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  <a:ea typeface="DejaVu Sans"/>
              </a:rPr>
              <a:t>부품</a:t>
            </a:r>
            <a:endParaRPr b="0" lang="en-US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  <a:ea typeface="DejaVu Sans"/>
              </a:rPr>
              <a:t>적재함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" name="타원 2"/>
          <p:cNvSpPr/>
          <p:nvPr/>
        </p:nvSpPr>
        <p:spPr>
          <a:xfrm>
            <a:off x="3929760" y="2349000"/>
            <a:ext cx="879840" cy="868680"/>
          </a:xfrm>
          <a:prstGeom prst="ellipse">
            <a:avLst/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  <a:ea typeface="DejaVu Sans"/>
              </a:rPr>
              <a:t>로봇</a:t>
            </a:r>
            <a:r>
              <a:rPr b="0" lang="en-US" sz="1400" spc="-1" strike="noStrike">
                <a:solidFill>
                  <a:srgbClr val="ffffff"/>
                </a:solidFill>
                <a:latin typeface="맑은 고딕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" name="타원 19"/>
          <p:cNvSpPr/>
          <p:nvPr/>
        </p:nvSpPr>
        <p:spPr>
          <a:xfrm>
            <a:off x="7403400" y="2349000"/>
            <a:ext cx="879840" cy="868680"/>
          </a:xfrm>
          <a:prstGeom prst="ellipse">
            <a:avLst/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  <a:ea typeface="DejaVu Sans"/>
              </a:rPr>
              <a:t>로봇</a:t>
            </a:r>
            <a:r>
              <a:rPr b="0" lang="en-US" sz="1400" spc="-1" strike="noStrike">
                <a:solidFill>
                  <a:srgbClr val="ffffff"/>
                </a:solidFill>
                <a:latin typeface="맑은 고딕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4" name="직사각형 4"/>
          <p:cNvSpPr/>
          <p:nvPr/>
        </p:nvSpPr>
        <p:spPr>
          <a:xfrm>
            <a:off x="3073320" y="3753720"/>
            <a:ext cx="6044400" cy="1349640"/>
          </a:xfrm>
          <a:prstGeom prst="rect">
            <a:avLst/>
          </a:prstGeom>
          <a:solidFill>
            <a:schemeClr val="accent3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</p:sp>
      <p:sp>
        <p:nvSpPr>
          <p:cNvPr id="45" name="직사각형 20"/>
          <p:cNvSpPr/>
          <p:nvPr/>
        </p:nvSpPr>
        <p:spPr>
          <a:xfrm>
            <a:off x="9118440" y="1576080"/>
            <a:ext cx="1512720" cy="1994760"/>
          </a:xfrm>
          <a:prstGeom prst="rect">
            <a:avLst/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  <a:ea typeface="DejaVu Sans"/>
              </a:rPr>
              <a:t>완성품</a:t>
            </a:r>
            <a:endParaRPr b="0" lang="en-US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  <a:ea typeface="DejaVu Sans"/>
              </a:rPr>
              <a:t>적재함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6" name="직사각형 7"/>
          <p:cNvSpPr/>
          <p:nvPr/>
        </p:nvSpPr>
        <p:spPr>
          <a:xfrm>
            <a:off x="5085360" y="3954600"/>
            <a:ext cx="2042640" cy="947520"/>
          </a:xfrm>
          <a:prstGeom prst="rect">
            <a:avLst/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  <a:ea typeface="DejaVu Sans"/>
              </a:rPr>
              <a:t>작업자</a:t>
            </a:r>
            <a:endParaRPr b="0" lang="en-US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  <a:ea typeface="DejaVu Sans"/>
              </a:rPr>
              <a:t>작업 공간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" name="직사각형 21"/>
          <p:cNvSpPr/>
          <p:nvPr/>
        </p:nvSpPr>
        <p:spPr>
          <a:xfrm>
            <a:off x="7376760" y="3954600"/>
            <a:ext cx="1500840" cy="947520"/>
          </a:xfrm>
          <a:prstGeom prst="rect">
            <a:avLst/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  <a:ea typeface="DejaVu Sans"/>
              </a:rPr>
              <a:t>검수 공간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8" name="직사각형 22"/>
          <p:cNvSpPr/>
          <p:nvPr/>
        </p:nvSpPr>
        <p:spPr>
          <a:xfrm>
            <a:off x="3335400" y="3954600"/>
            <a:ext cx="1500840" cy="947520"/>
          </a:xfrm>
          <a:prstGeom prst="rect">
            <a:avLst/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  <a:ea typeface="DejaVu Sans"/>
              </a:rPr>
              <a:t>부품 대기 공간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9" name="직사각형 23"/>
          <p:cNvSpPr/>
          <p:nvPr/>
        </p:nvSpPr>
        <p:spPr>
          <a:xfrm>
            <a:off x="5666760" y="1576080"/>
            <a:ext cx="879840" cy="1994760"/>
          </a:xfrm>
          <a:prstGeom prst="rect">
            <a:avLst/>
          </a:prstGeom>
          <a:solidFill>
            <a:srgbClr val="4472c4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  <a:ea typeface="DejaVu Sans"/>
              </a:rPr>
              <a:t>불량품</a:t>
            </a:r>
            <a:endParaRPr b="0" lang="en-US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맑은 고딕"/>
                <a:ea typeface="DejaVu Sans"/>
              </a:rPr>
              <a:t>적재함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0" name="타원 24"/>
          <p:cNvSpPr/>
          <p:nvPr/>
        </p:nvSpPr>
        <p:spPr>
          <a:xfrm>
            <a:off x="5759640" y="5285880"/>
            <a:ext cx="671400" cy="608400"/>
          </a:xfrm>
          <a:prstGeom prst="ellipse">
            <a:avLst/>
          </a:prstGeom>
          <a:solidFill>
            <a:srgbClr val="7030a0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ko-KR" sz="1200" spc="-1" strike="noStrike">
                <a:solidFill>
                  <a:srgbClr val="ffffff"/>
                </a:solidFill>
                <a:latin typeface="맑은 고딕"/>
                <a:ea typeface="DejaVu Sans"/>
              </a:rPr>
              <a:t>작업자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1" name="TextBox 25"/>
          <p:cNvSpPr/>
          <p:nvPr/>
        </p:nvSpPr>
        <p:spPr>
          <a:xfrm>
            <a:off x="5367240" y="593640"/>
            <a:ext cx="1456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맑은 고딕"/>
                <a:ea typeface="DejaVu Sans"/>
              </a:rPr>
              <a:t>&lt;</a:t>
            </a:r>
            <a:r>
              <a:rPr b="0" lang="ko-KR" sz="1800" spc="-1" strike="noStrike">
                <a:solidFill>
                  <a:srgbClr val="000000"/>
                </a:solidFill>
                <a:latin typeface="맑은 고딕"/>
                <a:ea typeface="DejaVu Sans"/>
              </a:rPr>
              <a:t>작업 공간</a:t>
            </a:r>
            <a:r>
              <a:rPr b="0" lang="en-US" sz="1800" spc="-1" strike="noStrike">
                <a:solidFill>
                  <a:srgbClr val="000000"/>
                </a:solidFill>
                <a:latin typeface="맑은 고딕"/>
                <a:ea typeface="DejaVu Sans"/>
              </a:rPr>
              <a:t>&gt;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그룹 27"/>
          <p:cNvGrpSpPr/>
          <p:nvPr/>
        </p:nvGrpSpPr>
        <p:grpSpPr>
          <a:xfrm>
            <a:off x="1676880" y="425160"/>
            <a:ext cx="8837640" cy="6006960"/>
            <a:chOff x="1676880" y="425160"/>
            <a:chExt cx="8837640" cy="6006960"/>
          </a:xfrm>
        </p:grpSpPr>
        <p:sp>
          <p:nvSpPr>
            <p:cNvPr id="53" name="직사각형 1"/>
            <p:cNvSpPr/>
            <p:nvPr/>
          </p:nvSpPr>
          <p:spPr>
            <a:xfrm>
              <a:off x="4860000" y="1596600"/>
              <a:ext cx="2471400" cy="3668040"/>
            </a:xfrm>
            <a:prstGeom prst="rect">
              <a:avLst/>
            </a:prstGeom>
            <a:solidFill>
              <a:schemeClr val="accent3"/>
            </a:solidFill>
            <a:ln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</p:sp>
        <p:sp>
          <p:nvSpPr>
            <p:cNvPr id="54" name="직사각형 2"/>
            <p:cNvSpPr/>
            <p:nvPr/>
          </p:nvSpPr>
          <p:spPr>
            <a:xfrm>
              <a:off x="4978440" y="1693440"/>
              <a:ext cx="2268360" cy="3453840"/>
            </a:xfrm>
            <a:prstGeom prst="rect">
              <a:avLst/>
            </a:prstGeom>
            <a:solidFill>
              <a:srgbClr val="4472c4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물류 분류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작업대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55" name="타원 3"/>
            <p:cNvSpPr/>
            <p:nvPr/>
          </p:nvSpPr>
          <p:spPr>
            <a:xfrm>
              <a:off x="3584880" y="2985120"/>
              <a:ext cx="879840" cy="868680"/>
            </a:xfrm>
            <a:prstGeom prst="ellipse">
              <a:avLst/>
            </a:prstGeom>
            <a:solidFill>
              <a:schemeClr val="tx1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로봇</a:t>
              </a:r>
              <a:r>
                <a:rPr b="0" lang="en-US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1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56" name="타원 4"/>
            <p:cNvSpPr/>
            <p:nvPr/>
          </p:nvSpPr>
          <p:spPr>
            <a:xfrm>
              <a:off x="7726680" y="2985120"/>
              <a:ext cx="879840" cy="868680"/>
            </a:xfrm>
            <a:prstGeom prst="ellipse">
              <a:avLst/>
            </a:prstGeom>
            <a:solidFill>
              <a:schemeClr val="tx1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로봇</a:t>
              </a:r>
              <a:r>
                <a:rPr b="0" lang="en-US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2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57" name="직사각형 5"/>
            <p:cNvSpPr/>
            <p:nvPr/>
          </p:nvSpPr>
          <p:spPr>
            <a:xfrm>
              <a:off x="1676880" y="1016640"/>
              <a:ext cx="1512720" cy="1380600"/>
            </a:xfrm>
            <a:prstGeom prst="rect">
              <a:avLst/>
            </a:prstGeom>
            <a:solidFill>
              <a:srgbClr val="4472c4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물류</a:t>
              </a:r>
              <a:r>
                <a:rPr b="0" lang="en-US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A-Red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적재함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58" name="직사각형 6"/>
            <p:cNvSpPr/>
            <p:nvPr/>
          </p:nvSpPr>
          <p:spPr>
            <a:xfrm>
              <a:off x="9001800" y="1016640"/>
              <a:ext cx="1512720" cy="1380600"/>
            </a:xfrm>
            <a:prstGeom prst="rect">
              <a:avLst/>
            </a:prstGeom>
            <a:solidFill>
              <a:srgbClr val="4472c4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물류</a:t>
              </a:r>
              <a:r>
                <a:rPr b="0" lang="en-US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A-Green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적재함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59" name="직사각형 7"/>
            <p:cNvSpPr/>
            <p:nvPr/>
          </p:nvSpPr>
          <p:spPr>
            <a:xfrm>
              <a:off x="1676880" y="2728800"/>
              <a:ext cx="1512720" cy="1380600"/>
            </a:xfrm>
            <a:prstGeom prst="rect">
              <a:avLst/>
            </a:prstGeom>
            <a:solidFill>
              <a:srgbClr val="4472c4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물류</a:t>
              </a:r>
              <a:r>
                <a:rPr b="0" lang="en-US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B-Blue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적재함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60" name="직사각형 8"/>
            <p:cNvSpPr/>
            <p:nvPr/>
          </p:nvSpPr>
          <p:spPr>
            <a:xfrm>
              <a:off x="9001800" y="2728800"/>
              <a:ext cx="1512720" cy="1380600"/>
            </a:xfrm>
            <a:prstGeom prst="rect">
              <a:avLst/>
            </a:prstGeom>
            <a:solidFill>
              <a:srgbClr val="4472c4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물류</a:t>
              </a:r>
              <a:r>
                <a:rPr b="0" lang="en-US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B-Red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적재함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61" name="직사각형 9"/>
            <p:cNvSpPr/>
            <p:nvPr/>
          </p:nvSpPr>
          <p:spPr>
            <a:xfrm>
              <a:off x="1676880" y="4441320"/>
              <a:ext cx="1512720" cy="1380600"/>
            </a:xfrm>
            <a:prstGeom prst="rect">
              <a:avLst/>
            </a:prstGeom>
            <a:solidFill>
              <a:srgbClr val="4472c4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물류</a:t>
              </a:r>
              <a:r>
                <a:rPr b="0" lang="en-US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C-Green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적재함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62" name="직사각형 10"/>
            <p:cNvSpPr/>
            <p:nvPr/>
          </p:nvSpPr>
          <p:spPr>
            <a:xfrm>
              <a:off x="9001800" y="4441320"/>
              <a:ext cx="1512720" cy="1380600"/>
            </a:xfrm>
            <a:prstGeom prst="rect">
              <a:avLst/>
            </a:prstGeom>
            <a:solidFill>
              <a:srgbClr val="4472c4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물류</a:t>
              </a:r>
              <a:r>
                <a:rPr b="0" lang="en-US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C-Blue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적재함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63" name="타원 11"/>
            <p:cNvSpPr/>
            <p:nvPr/>
          </p:nvSpPr>
          <p:spPr>
            <a:xfrm>
              <a:off x="5760000" y="5518080"/>
              <a:ext cx="671400" cy="608400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2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작업자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64" name="타원 12"/>
            <p:cNvSpPr/>
            <p:nvPr/>
          </p:nvSpPr>
          <p:spPr>
            <a:xfrm>
              <a:off x="5760000" y="712080"/>
              <a:ext cx="671400" cy="608400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2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작업자</a:t>
              </a:r>
              <a:endParaRPr b="0" lang="en-US" sz="1200" spc="-1" strike="noStrike">
                <a:latin typeface="Arial"/>
              </a:endParaRPr>
            </a:p>
          </p:txBody>
        </p:sp>
        <p:sp>
          <p:nvSpPr>
            <p:cNvPr id="65" name="화살표: 아래쪽 13"/>
            <p:cNvSpPr/>
            <p:nvPr/>
          </p:nvSpPr>
          <p:spPr>
            <a:xfrm>
              <a:off x="6036840" y="1370880"/>
              <a:ext cx="117720" cy="17568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tx1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6" name="화살표: 아래쪽 19"/>
            <p:cNvSpPr/>
            <p:nvPr/>
          </p:nvSpPr>
          <p:spPr>
            <a:xfrm rot="10800000">
              <a:off x="6037560" y="5304240"/>
              <a:ext cx="117720" cy="17568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tx1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67" name="직사각형 14"/>
            <p:cNvSpPr/>
            <p:nvPr/>
          </p:nvSpPr>
          <p:spPr>
            <a:xfrm>
              <a:off x="3995640" y="4432320"/>
              <a:ext cx="863640" cy="82836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분류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불가품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68" name="직사각형 20"/>
            <p:cNvSpPr/>
            <p:nvPr/>
          </p:nvSpPr>
          <p:spPr>
            <a:xfrm>
              <a:off x="7332120" y="1596600"/>
              <a:ext cx="863640" cy="828360"/>
            </a:xfrm>
            <a:prstGeom prst="rect">
              <a:avLst/>
            </a:prstGeom>
            <a:solidFill>
              <a:schemeClr val="accent2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분류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불가품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69" name="화살표: 아래쪽 21"/>
            <p:cNvSpPr/>
            <p:nvPr/>
          </p:nvSpPr>
          <p:spPr>
            <a:xfrm>
              <a:off x="6036840" y="6212880"/>
              <a:ext cx="117720" cy="17568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tx1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0" name="화살표: 아래쪽 22"/>
            <p:cNvSpPr/>
            <p:nvPr/>
          </p:nvSpPr>
          <p:spPr>
            <a:xfrm rot="10800000">
              <a:off x="6037560" y="488880"/>
              <a:ext cx="117720" cy="17568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tx1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1" name="직사각형 23"/>
            <p:cNvSpPr/>
            <p:nvPr/>
          </p:nvSpPr>
          <p:spPr>
            <a:xfrm>
              <a:off x="3995640" y="5261400"/>
              <a:ext cx="863640" cy="117072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컨베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이어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벨트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endParaRPr b="0" lang="en-US" sz="1800" spc="-1" strike="noStrike">
                <a:latin typeface="Arial"/>
              </a:endParaRPr>
            </a:p>
          </p:txBody>
        </p:sp>
        <p:sp>
          <p:nvSpPr>
            <p:cNvPr id="72" name="화살표: 아래쪽 24"/>
            <p:cNvSpPr/>
            <p:nvPr/>
          </p:nvSpPr>
          <p:spPr>
            <a:xfrm>
              <a:off x="4368240" y="6124680"/>
              <a:ext cx="117720" cy="17568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tx1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3" name="직사각형 25"/>
            <p:cNvSpPr/>
            <p:nvPr/>
          </p:nvSpPr>
          <p:spPr>
            <a:xfrm>
              <a:off x="7332120" y="425160"/>
              <a:ext cx="863640" cy="117072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컨베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이어</a:t>
              </a:r>
              <a:endParaRPr b="0" lang="en-US" sz="1400" spc="-1" strike="noStrike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b="0" lang="ko-KR" sz="1400" spc="-1" strike="noStrike">
                  <a:solidFill>
                    <a:srgbClr val="ffffff"/>
                  </a:solidFill>
                  <a:latin typeface="맑은 고딕"/>
                  <a:ea typeface="DejaVu Sans"/>
                </a:rPr>
                <a:t>벨트</a:t>
              </a:r>
              <a:endParaRPr b="0" lang="en-US" sz="1400" spc="-1" strike="noStrike">
                <a:latin typeface="Arial"/>
              </a:endParaRPr>
            </a:p>
          </p:txBody>
        </p:sp>
        <p:sp>
          <p:nvSpPr>
            <p:cNvPr id="74" name="화살표: 아래쪽 26"/>
            <p:cNvSpPr/>
            <p:nvPr/>
          </p:nvSpPr>
          <p:spPr>
            <a:xfrm rot="10800000">
              <a:off x="7688880" y="536400"/>
              <a:ext cx="117720" cy="17568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tx1"/>
            </a:solidFill>
            <a:ln>
              <a:solidFill>
                <a:srgbClr val="32549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" descr=""/>
          <p:cNvPicPr/>
          <p:nvPr/>
        </p:nvPicPr>
        <p:blipFill>
          <a:blip r:embed="rId1"/>
          <a:stretch/>
        </p:blipFill>
        <p:spPr>
          <a:xfrm>
            <a:off x="5715000" y="1600200"/>
            <a:ext cx="6285240" cy="3429000"/>
          </a:xfrm>
          <a:prstGeom prst="rect">
            <a:avLst/>
          </a:prstGeom>
          <a:ln w="0">
            <a:noFill/>
          </a:ln>
        </p:spPr>
      </p:pic>
      <p:pic>
        <p:nvPicPr>
          <p:cNvPr id="76" name="" descr=""/>
          <p:cNvPicPr/>
          <p:nvPr/>
        </p:nvPicPr>
        <p:blipFill>
          <a:blip r:embed="rId2"/>
          <a:stretch/>
        </p:blipFill>
        <p:spPr>
          <a:xfrm>
            <a:off x="374400" y="1479600"/>
            <a:ext cx="5340600" cy="3657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660</TotalTime>
  <Application>LibreOffice/7.3.7.2$Linux_X86_64 LibreOffice_project/30$Build-2</Application>
  <AppVersion>15.0000</AppVersion>
  <Words>60</Words>
  <Paragraphs>43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2026-08-27T22:11:17Z</dcterms:created>
  <dc:creator>HKIT</dc:creator>
  <dc:description/>
  <dc:language>en-US</dc:language>
  <cp:lastModifiedBy/>
  <dcterms:modified xsi:type="dcterms:W3CDTF">2026-09-02T12:19:02Z</dcterms:modified>
  <cp:revision>14</cp:revision>
  <dc:subject/>
  <dc:title>PowerPoint 프레젠테이션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와이드스크린</vt:lpwstr>
  </property>
  <property fmtid="{D5CDD505-2E9C-101B-9397-08002B2CF9AE}" pid="3" name="Slides">
    <vt:i4>2</vt:i4>
  </property>
</Properties>
</file>