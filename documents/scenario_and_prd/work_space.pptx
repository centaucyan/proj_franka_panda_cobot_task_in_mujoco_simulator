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F4C9361-CD7E-46FA-99E7-43D4AAC2E0D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맑은 고딕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1CED422-1AEC-4E5D-ACC0-01EDF09490C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맑은 고딕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맑은 고딕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467D094-72A4-47FB-9649-510319C0623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맑은 고딕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맑은 고딕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맑은 고딕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771C900-8029-4D4B-874E-8C36E53BAC3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맑은 고딕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E59A493-2D04-48A0-AC10-DB6B52069CA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1523880" y="1122480"/>
            <a:ext cx="9143640" cy="11066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D907A6C-6367-41F8-8703-972EE10D124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맑은 고딕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맑은 고딕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맑은 고딕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맑은 고딕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086F05F-AF13-493D-98DA-4532AD950B9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맑은 고딕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맑은 고딕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맑은 고딕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맑은 고딕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6C06C59-02F0-4292-8558-32CC869F57A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맑은 고딕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맑은 고딕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맑은 고딕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맑은 고딕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FA5527B-FB73-4926-B1FD-F4EEA779D41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맑은 고딕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맑은 고딕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맑은 고딕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515D40E-7A27-4A24-A2B5-5A41C8021AB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맑은 고딕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맑은 고딕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맑은 고딕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맑은 고딕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맑은 고딕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889FC73-B0EA-4888-9AD6-A445E58E8E4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맑은 고딕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맑은 고딕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맑은 고딕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맑은 고딕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맑은 고딕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맑은 고딕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맑은 고딕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35D88C5-B0C2-4C33-B9AB-EE4D2747C33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p>
            <a:pPr algn="ctr">
              <a:lnSpc>
                <a:spcPct val="90000"/>
              </a:lnSpc>
              <a:buNone/>
            </a:pPr>
            <a:r>
              <a:rPr b="0" lang="ko-KR" sz="6000" spc="-1" strike="noStrike">
                <a:solidFill>
                  <a:srgbClr val="000000"/>
                </a:solidFill>
                <a:latin typeface="맑은 고딕"/>
              </a:rPr>
              <a:t>마</a:t>
            </a:r>
            <a:r>
              <a:rPr b="0" lang="ko-KR" sz="6000" spc="-1" strike="noStrike">
                <a:solidFill>
                  <a:srgbClr val="000000"/>
                </a:solidFill>
                <a:latin typeface="맑은 고딕"/>
              </a:rPr>
              <a:t>스</a:t>
            </a:r>
            <a:r>
              <a:rPr b="0" lang="ko-KR" sz="6000" spc="-1" strike="noStrike">
                <a:solidFill>
                  <a:srgbClr val="000000"/>
                </a:solidFill>
                <a:latin typeface="맑은 고딕"/>
              </a:rPr>
              <a:t>터</a:t>
            </a:r>
            <a:r>
              <a:rPr b="0" lang="en-US" sz="6000" spc="-1" strike="noStrike">
                <a:solidFill>
                  <a:srgbClr val="000000"/>
                </a:solidFill>
                <a:latin typeface="맑은 고딕"/>
              </a:rPr>
              <a:t> </a:t>
            </a:r>
            <a:r>
              <a:rPr b="0" lang="ko-KR" sz="6000" spc="-1" strike="noStrike">
                <a:solidFill>
                  <a:srgbClr val="000000"/>
                </a:solidFill>
                <a:latin typeface="맑은 고딕"/>
              </a:rPr>
              <a:t>제</a:t>
            </a:r>
            <a:r>
              <a:rPr b="0" lang="ko-KR" sz="6000" spc="-1" strike="noStrike">
                <a:solidFill>
                  <a:srgbClr val="000000"/>
                </a:solidFill>
                <a:latin typeface="맑은 고딕"/>
              </a:rPr>
              <a:t>목</a:t>
            </a:r>
            <a:r>
              <a:rPr b="0" lang="en-US" sz="6000" spc="-1" strike="noStrike">
                <a:solidFill>
                  <a:srgbClr val="000000"/>
                </a:solidFill>
                <a:latin typeface="맑은 고딕"/>
              </a:rPr>
              <a:t> </a:t>
            </a:r>
            <a:r>
              <a:rPr b="0" lang="ko-KR" sz="6000" spc="-1" strike="noStrike">
                <a:solidFill>
                  <a:srgbClr val="000000"/>
                </a:solidFill>
                <a:latin typeface="맑은 고딕"/>
              </a:rPr>
              <a:t>스</a:t>
            </a:r>
            <a:r>
              <a:rPr b="0" lang="ko-KR" sz="6000" spc="-1" strike="noStrike">
                <a:solidFill>
                  <a:srgbClr val="000000"/>
                </a:solidFill>
                <a:latin typeface="맑은 고딕"/>
              </a:rPr>
              <a:t>타</a:t>
            </a:r>
            <a:r>
              <a:rPr b="0" lang="ko-KR" sz="6000" spc="-1" strike="noStrike">
                <a:solidFill>
                  <a:srgbClr val="000000"/>
                </a:solidFill>
                <a:latin typeface="맑은 고딕"/>
              </a:rPr>
              <a:t>일</a:t>
            </a:r>
            <a:r>
              <a:rPr b="0" lang="en-US" sz="6000" spc="-1" strike="noStrike">
                <a:solidFill>
                  <a:srgbClr val="000000"/>
                </a:solidFill>
                <a:latin typeface="맑은 고딕"/>
              </a:rPr>
              <a:t> </a:t>
            </a:r>
            <a:r>
              <a:rPr b="0" lang="ko-KR" sz="6000" spc="-1" strike="noStrike">
                <a:solidFill>
                  <a:srgbClr val="000000"/>
                </a:solidFill>
                <a:latin typeface="맑은 고딕"/>
              </a:rPr>
              <a:t>편</a:t>
            </a:r>
            <a:r>
              <a:rPr b="0" lang="ko-KR" sz="6000" spc="-1" strike="noStrike">
                <a:solidFill>
                  <a:srgbClr val="000000"/>
                </a:solidFill>
                <a:latin typeface="맑은 고딕"/>
              </a:rPr>
              <a:t>집</a:t>
            </a:r>
            <a:endParaRPr b="0" lang="en-US" sz="6000" spc="-1" strike="noStrike">
              <a:solidFill>
                <a:srgbClr val="000000"/>
              </a:solidFill>
              <a:latin typeface="맑은 고딕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맑은 고딕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8b8b8b"/>
                </a:solidFill>
                <a:latin typeface="맑은 고딕"/>
              </a:rPr>
              <a:t>&lt;date/time&gt;</a:t>
            </a:r>
            <a:endParaRPr b="0" lang="en-US" sz="12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ct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맑은 고딕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3172895-1797-48BE-9E88-C44EDD03858B}" type="slidenum">
              <a:rPr b="0" lang="en-US" sz="1200" spc="-1" strike="noStrike">
                <a:solidFill>
                  <a:srgbClr val="8b8b8b"/>
                </a:solidFill>
                <a:latin typeface="맑은 고딕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000000"/>
                </a:solidFill>
                <a:latin typeface="맑은 고딕"/>
              </a:rPr>
              <a:t>Click to edit the outline text format</a:t>
            </a:r>
            <a:endParaRPr b="0" lang="en-US" sz="2800" spc="-1" strike="noStrike">
              <a:solidFill>
                <a:srgbClr val="000000"/>
              </a:solidFill>
              <a:latin typeface="맑은 고딕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맑은 고딕"/>
              </a:rPr>
              <a:t>Second Outline Level</a:t>
            </a:r>
            <a:endParaRPr b="0" lang="en-US" sz="2000" spc="-1" strike="noStrike">
              <a:solidFill>
                <a:srgbClr val="000000"/>
              </a:solidFill>
              <a:latin typeface="맑은 고딕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맑은 고딕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맑은 고딕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맑은 고딕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맑은 고딕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맑은 고딕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맑은 고딕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맑은 고딕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맑은 고딕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맑은 고딕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맑은 고딕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직사각형 1"/>
          <p:cNvSpPr/>
          <p:nvPr/>
        </p:nvSpPr>
        <p:spPr>
          <a:xfrm>
            <a:off x="1559880" y="1576080"/>
            <a:ext cx="1513080" cy="1995120"/>
          </a:xfrm>
          <a:prstGeom prst="rect">
            <a:avLst/>
          </a:prstGeom>
          <a:solidFill>
            <a:srgbClr val="4472c4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ko-KR" sz="1400" spc="-1" strike="noStrike">
                <a:solidFill>
                  <a:srgbClr val="ffffff"/>
                </a:solidFill>
                <a:latin typeface="맑은 고딕"/>
              </a:rPr>
              <a:t>부품</a:t>
            </a:r>
            <a:endParaRPr b="0" lang="en-US" sz="14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0" lang="ko-KR" sz="1400" spc="-1" strike="noStrike">
                <a:solidFill>
                  <a:srgbClr val="ffffff"/>
                </a:solidFill>
                <a:latin typeface="맑은 고딕"/>
              </a:rPr>
              <a:t>적재함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2" name="타원 2"/>
          <p:cNvSpPr/>
          <p:nvPr/>
        </p:nvSpPr>
        <p:spPr>
          <a:xfrm>
            <a:off x="3929760" y="2349000"/>
            <a:ext cx="880200" cy="869040"/>
          </a:xfrm>
          <a:prstGeom prst="ellipse">
            <a:avLst/>
          </a:prstGeom>
          <a:solidFill>
            <a:srgbClr val="4472c4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ko-KR" sz="1400" spc="-1" strike="noStrike">
                <a:solidFill>
                  <a:srgbClr val="ffffff"/>
                </a:solidFill>
                <a:latin typeface="맑은 고딕"/>
              </a:rPr>
              <a:t>로봇</a:t>
            </a:r>
            <a:r>
              <a:rPr b="0" lang="en-US" sz="1400" spc="-1" strike="noStrike">
                <a:solidFill>
                  <a:srgbClr val="ffffff"/>
                </a:solidFill>
                <a:latin typeface="맑은 고딕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3" name="타원 19"/>
          <p:cNvSpPr/>
          <p:nvPr/>
        </p:nvSpPr>
        <p:spPr>
          <a:xfrm>
            <a:off x="7403400" y="2349000"/>
            <a:ext cx="880200" cy="869040"/>
          </a:xfrm>
          <a:prstGeom prst="ellipse">
            <a:avLst/>
          </a:prstGeom>
          <a:solidFill>
            <a:srgbClr val="4472c4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ko-KR" sz="1400" spc="-1" strike="noStrike">
                <a:solidFill>
                  <a:srgbClr val="ffffff"/>
                </a:solidFill>
                <a:latin typeface="맑은 고딕"/>
              </a:rPr>
              <a:t>로봇</a:t>
            </a:r>
            <a:r>
              <a:rPr b="0" lang="en-US" sz="1400" spc="-1" strike="noStrike">
                <a:solidFill>
                  <a:srgbClr val="ffffff"/>
                </a:solidFill>
                <a:latin typeface="맑은 고딕"/>
              </a:rPr>
              <a:t>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4" name="직사각형 4"/>
          <p:cNvSpPr/>
          <p:nvPr/>
        </p:nvSpPr>
        <p:spPr>
          <a:xfrm>
            <a:off x="3073320" y="3753720"/>
            <a:ext cx="6044760" cy="1350000"/>
          </a:xfrm>
          <a:prstGeom prst="rect">
            <a:avLst/>
          </a:prstGeom>
          <a:solidFill>
            <a:schemeClr val="accent3"/>
          </a:solidFill>
          <a:ln>
            <a:solidFill>
              <a:srgbClr val="00000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</p:sp>
      <p:sp>
        <p:nvSpPr>
          <p:cNvPr id="45" name="직사각형 20"/>
          <p:cNvSpPr/>
          <p:nvPr/>
        </p:nvSpPr>
        <p:spPr>
          <a:xfrm>
            <a:off x="9118440" y="1576080"/>
            <a:ext cx="1513080" cy="1995120"/>
          </a:xfrm>
          <a:prstGeom prst="rect">
            <a:avLst/>
          </a:prstGeom>
          <a:solidFill>
            <a:srgbClr val="4472c4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ko-KR" sz="1400" spc="-1" strike="noStrike">
                <a:solidFill>
                  <a:srgbClr val="ffffff"/>
                </a:solidFill>
                <a:latin typeface="맑은 고딕"/>
              </a:rPr>
              <a:t>완성품</a:t>
            </a:r>
            <a:endParaRPr b="0" lang="en-US" sz="14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0" lang="ko-KR" sz="1400" spc="-1" strike="noStrike">
                <a:solidFill>
                  <a:srgbClr val="ffffff"/>
                </a:solidFill>
                <a:latin typeface="맑은 고딕"/>
              </a:rPr>
              <a:t>적재함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6" name="직사각형 7"/>
          <p:cNvSpPr/>
          <p:nvPr/>
        </p:nvSpPr>
        <p:spPr>
          <a:xfrm>
            <a:off x="5085360" y="3954600"/>
            <a:ext cx="2043000" cy="947880"/>
          </a:xfrm>
          <a:prstGeom prst="rect">
            <a:avLst/>
          </a:prstGeom>
          <a:solidFill>
            <a:srgbClr val="4472c4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ko-KR" sz="1400" spc="-1" strike="noStrike">
                <a:solidFill>
                  <a:srgbClr val="ffffff"/>
                </a:solidFill>
                <a:latin typeface="맑은 고딕"/>
              </a:rPr>
              <a:t>작업자</a:t>
            </a:r>
            <a:endParaRPr b="0" lang="en-US" sz="14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0" lang="ko-KR" sz="1400" spc="-1" strike="noStrike">
                <a:solidFill>
                  <a:srgbClr val="ffffff"/>
                </a:solidFill>
                <a:latin typeface="맑은 고딕"/>
              </a:rPr>
              <a:t>작업 공간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7" name="직사각형 21"/>
          <p:cNvSpPr/>
          <p:nvPr/>
        </p:nvSpPr>
        <p:spPr>
          <a:xfrm>
            <a:off x="7376760" y="3954600"/>
            <a:ext cx="1501200" cy="947880"/>
          </a:xfrm>
          <a:prstGeom prst="rect">
            <a:avLst/>
          </a:prstGeom>
          <a:solidFill>
            <a:srgbClr val="4472c4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ko-KR" sz="1400" spc="-1" strike="noStrike">
                <a:solidFill>
                  <a:srgbClr val="ffffff"/>
                </a:solidFill>
                <a:latin typeface="맑은 고딕"/>
              </a:rPr>
              <a:t>검수 공간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8" name="직사각형 22"/>
          <p:cNvSpPr/>
          <p:nvPr/>
        </p:nvSpPr>
        <p:spPr>
          <a:xfrm>
            <a:off x="3335400" y="3954600"/>
            <a:ext cx="1501200" cy="947880"/>
          </a:xfrm>
          <a:prstGeom prst="rect">
            <a:avLst/>
          </a:prstGeom>
          <a:solidFill>
            <a:srgbClr val="4472c4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ko-KR" sz="1400" spc="-1" strike="noStrike">
                <a:solidFill>
                  <a:srgbClr val="ffffff"/>
                </a:solidFill>
                <a:latin typeface="맑은 고딕"/>
              </a:rPr>
              <a:t>부품 대기 공간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9" name="직사각형 23"/>
          <p:cNvSpPr/>
          <p:nvPr/>
        </p:nvSpPr>
        <p:spPr>
          <a:xfrm>
            <a:off x="5666760" y="1576080"/>
            <a:ext cx="880200" cy="1995120"/>
          </a:xfrm>
          <a:prstGeom prst="rect">
            <a:avLst/>
          </a:prstGeom>
          <a:solidFill>
            <a:srgbClr val="4472c4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ko-KR" sz="1400" spc="-1" strike="noStrike">
                <a:solidFill>
                  <a:srgbClr val="ffffff"/>
                </a:solidFill>
                <a:latin typeface="맑은 고딕"/>
              </a:rPr>
              <a:t>불량품</a:t>
            </a:r>
            <a:endParaRPr b="0" lang="en-US" sz="14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0" lang="ko-KR" sz="1400" spc="-1" strike="noStrike">
                <a:solidFill>
                  <a:srgbClr val="ffffff"/>
                </a:solidFill>
                <a:latin typeface="맑은 고딕"/>
              </a:rPr>
              <a:t>적재함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0" name="타원 24"/>
          <p:cNvSpPr/>
          <p:nvPr/>
        </p:nvSpPr>
        <p:spPr>
          <a:xfrm>
            <a:off x="5759640" y="5285880"/>
            <a:ext cx="671760" cy="608760"/>
          </a:xfrm>
          <a:prstGeom prst="ellipse">
            <a:avLst/>
          </a:prstGeom>
          <a:solidFill>
            <a:srgbClr val="7030a0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ko-KR" sz="1200" spc="-1" strike="noStrike">
                <a:solidFill>
                  <a:srgbClr val="ffffff"/>
                </a:solidFill>
                <a:latin typeface="맑은 고딕"/>
              </a:rPr>
              <a:t>작업자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51" name="TextBox 25"/>
          <p:cNvSpPr/>
          <p:nvPr/>
        </p:nvSpPr>
        <p:spPr>
          <a:xfrm>
            <a:off x="5371200" y="593640"/>
            <a:ext cx="1448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맑은 고딕"/>
              </a:rPr>
              <a:t>&lt;</a:t>
            </a:r>
            <a:r>
              <a:rPr b="0" lang="ko-KR" sz="1800" spc="-1" strike="noStrike">
                <a:solidFill>
                  <a:srgbClr val="000000"/>
                </a:solidFill>
                <a:latin typeface="맑은 고딕"/>
              </a:rPr>
              <a:t>작업 공간</a:t>
            </a:r>
            <a:r>
              <a:rPr b="0" lang="en-US" sz="1800" spc="-1" strike="noStrike">
                <a:solidFill>
                  <a:srgbClr val="000000"/>
                </a:solidFill>
                <a:latin typeface="맑은 고딕"/>
              </a:rPr>
              <a:t>&gt;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그룹 27"/>
          <p:cNvGrpSpPr/>
          <p:nvPr/>
        </p:nvGrpSpPr>
        <p:grpSpPr>
          <a:xfrm>
            <a:off x="1676880" y="425160"/>
            <a:ext cx="8838000" cy="6007320"/>
            <a:chOff x="1676880" y="425160"/>
            <a:chExt cx="8838000" cy="6007320"/>
          </a:xfrm>
        </p:grpSpPr>
        <p:sp>
          <p:nvSpPr>
            <p:cNvPr id="53" name="직사각형 1"/>
            <p:cNvSpPr/>
            <p:nvPr/>
          </p:nvSpPr>
          <p:spPr>
            <a:xfrm>
              <a:off x="4860000" y="1596600"/>
              <a:ext cx="2471760" cy="3668400"/>
            </a:xfrm>
            <a:prstGeom prst="rect">
              <a:avLst/>
            </a:prstGeom>
            <a:solidFill>
              <a:schemeClr val="accent3"/>
            </a:solidFill>
            <a:ln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</p:sp>
        <p:sp>
          <p:nvSpPr>
            <p:cNvPr id="54" name="직사각형 2"/>
            <p:cNvSpPr/>
            <p:nvPr/>
          </p:nvSpPr>
          <p:spPr>
            <a:xfrm>
              <a:off x="4978440" y="1693440"/>
              <a:ext cx="2268720" cy="3454200"/>
            </a:xfrm>
            <a:prstGeom prst="rect">
              <a:avLst/>
            </a:prstGeom>
            <a:solidFill>
              <a:srgbClr val="4472c4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ko-KR" sz="1400" spc="-1" strike="noStrike">
                  <a:solidFill>
                    <a:srgbClr val="ffffff"/>
                  </a:solidFill>
                  <a:latin typeface="맑은 고딕"/>
                </a:rPr>
                <a:t>물류 분류</a:t>
              </a:r>
              <a:endParaRPr b="0" lang="en-US" sz="14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  <a:buNone/>
              </a:pPr>
              <a:r>
                <a:rPr b="0" lang="ko-KR" sz="1400" spc="-1" strike="noStrike">
                  <a:solidFill>
                    <a:srgbClr val="ffffff"/>
                  </a:solidFill>
                  <a:latin typeface="맑은 고딕"/>
                </a:rPr>
                <a:t>작업대</a:t>
              </a:r>
              <a:endParaRPr b="0" lang="en-US" sz="1400" spc="-1" strike="noStrike">
                <a:latin typeface="Arial"/>
              </a:endParaRPr>
            </a:p>
          </p:txBody>
        </p:sp>
        <p:sp>
          <p:nvSpPr>
            <p:cNvPr id="55" name="타원 3"/>
            <p:cNvSpPr/>
            <p:nvPr/>
          </p:nvSpPr>
          <p:spPr>
            <a:xfrm>
              <a:off x="3584880" y="2985120"/>
              <a:ext cx="880200" cy="869040"/>
            </a:xfrm>
            <a:prstGeom prst="ellipse">
              <a:avLst/>
            </a:prstGeom>
            <a:solidFill>
              <a:schemeClr val="tx1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ko-KR" sz="1400" spc="-1" strike="noStrike">
                  <a:solidFill>
                    <a:srgbClr val="ffffff"/>
                  </a:solidFill>
                  <a:latin typeface="맑은 고딕"/>
                </a:rPr>
                <a:t>로봇</a:t>
              </a:r>
              <a:r>
                <a:rPr b="0" lang="en-US" sz="1400" spc="-1" strike="noStrike">
                  <a:solidFill>
                    <a:srgbClr val="ffffff"/>
                  </a:solidFill>
                  <a:latin typeface="맑은 고딕"/>
                </a:rPr>
                <a:t>1</a:t>
              </a:r>
              <a:endParaRPr b="0" lang="en-US" sz="1400" spc="-1" strike="noStrike">
                <a:latin typeface="Arial"/>
              </a:endParaRPr>
            </a:p>
          </p:txBody>
        </p:sp>
        <p:sp>
          <p:nvSpPr>
            <p:cNvPr id="56" name="타원 4"/>
            <p:cNvSpPr/>
            <p:nvPr/>
          </p:nvSpPr>
          <p:spPr>
            <a:xfrm>
              <a:off x="7726680" y="2985120"/>
              <a:ext cx="880200" cy="869040"/>
            </a:xfrm>
            <a:prstGeom prst="ellipse">
              <a:avLst/>
            </a:prstGeom>
            <a:solidFill>
              <a:schemeClr val="tx1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ko-KR" sz="1400" spc="-1" strike="noStrike">
                  <a:solidFill>
                    <a:srgbClr val="ffffff"/>
                  </a:solidFill>
                  <a:latin typeface="맑은 고딕"/>
                </a:rPr>
                <a:t>로봇</a:t>
              </a:r>
              <a:r>
                <a:rPr b="0" lang="en-US" sz="1400" spc="-1" strike="noStrike">
                  <a:solidFill>
                    <a:srgbClr val="ffffff"/>
                  </a:solidFill>
                  <a:latin typeface="맑은 고딕"/>
                </a:rPr>
                <a:t>2</a:t>
              </a:r>
              <a:endParaRPr b="0" lang="en-US" sz="1400" spc="-1" strike="noStrike">
                <a:latin typeface="Arial"/>
              </a:endParaRPr>
            </a:p>
          </p:txBody>
        </p:sp>
        <p:sp>
          <p:nvSpPr>
            <p:cNvPr id="57" name="직사각형 5"/>
            <p:cNvSpPr/>
            <p:nvPr/>
          </p:nvSpPr>
          <p:spPr>
            <a:xfrm>
              <a:off x="1676880" y="1016640"/>
              <a:ext cx="1513080" cy="1380960"/>
            </a:xfrm>
            <a:prstGeom prst="rect">
              <a:avLst/>
            </a:prstGeom>
            <a:solidFill>
              <a:srgbClr val="4472c4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ko-KR" sz="1400" spc="-1" strike="noStrike">
                  <a:solidFill>
                    <a:srgbClr val="ffffff"/>
                  </a:solidFill>
                  <a:latin typeface="맑은 고딕"/>
                </a:rPr>
                <a:t>물류</a:t>
              </a:r>
              <a:r>
                <a:rPr b="0" lang="en-US" sz="1400" spc="-1" strike="noStrike">
                  <a:solidFill>
                    <a:srgbClr val="ffffff"/>
                  </a:solidFill>
                  <a:latin typeface="맑은 고딕"/>
                </a:rPr>
                <a:t>A-Red</a:t>
              </a:r>
              <a:endParaRPr b="0" lang="en-US" sz="14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  <a:buNone/>
              </a:pPr>
              <a:r>
                <a:rPr b="0" lang="ko-KR" sz="1400" spc="-1" strike="noStrike">
                  <a:solidFill>
                    <a:srgbClr val="ffffff"/>
                  </a:solidFill>
                  <a:latin typeface="맑은 고딕"/>
                </a:rPr>
                <a:t>적재함</a:t>
              </a:r>
              <a:endParaRPr b="0" lang="en-US" sz="1400" spc="-1" strike="noStrike">
                <a:latin typeface="Arial"/>
              </a:endParaRPr>
            </a:p>
          </p:txBody>
        </p:sp>
        <p:sp>
          <p:nvSpPr>
            <p:cNvPr id="58" name="직사각형 6"/>
            <p:cNvSpPr/>
            <p:nvPr/>
          </p:nvSpPr>
          <p:spPr>
            <a:xfrm>
              <a:off x="9001800" y="1016640"/>
              <a:ext cx="1513080" cy="1380960"/>
            </a:xfrm>
            <a:prstGeom prst="rect">
              <a:avLst/>
            </a:prstGeom>
            <a:solidFill>
              <a:srgbClr val="4472c4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ko-KR" sz="1400" spc="-1" strike="noStrike">
                  <a:solidFill>
                    <a:srgbClr val="ffffff"/>
                  </a:solidFill>
                  <a:latin typeface="맑은 고딕"/>
                </a:rPr>
                <a:t>물류</a:t>
              </a:r>
              <a:r>
                <a:rPr b="0" lang="en-US" sz="1400" spc="-1" strike="noStrike">
                  <a:solidFill>
                    <a:srgbClr val="ffffff"/>
                  </a:solidFill>
                  <a:latin typeface="맑은 고딕"/>
                </a:rPr>
                <a:t>A-Green</a:t>
              </a:r>
              <a:endParaRPr b="0" lang="en-US" sz="14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  <a:buNone/>
              </a:pPr>
              <a:r>
                <a:rPr b="0" lang="ko-KR" sz="1400" spc="-1" strike="noStrike">
                  <a:solidFill>
                    <a:srgbClr val="ffffff"/>
                  </a:solidFill>
                  <a:latin typeface="맑은 고딕"/>
                </a:rPr>
                <a:t>적재함</a:t>
              </a:r>
              <a:endParaRPr b="0" lang="en-US" sz="1400" spc="-1" strike="noStrike">
                <a:latin typeface="Arial"/>
              </a:endParaRPr>
            </a:p>
          </p:txBody>
        </p:sp>
        <p:sp>
          <p:nvSpPr>
            <p:cNvPr id="59" name="직사각형 7"/>
            <p:cNvSpPr/>
            <p:nvPr/>
          </p:nvSpPr>
          <p:spPr>
            <a:xfrm>
              <a:off x="1676880" y="2728800"/>
              <a:ext cx="1513080" cy="1380960"/>
            </a:xfrm>
            <a:prstGeom prst="rect">
              <a:avLst/>
            </a:prstGeom>
            <a:solidFill>
              <a:srgbClr val="4472c4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ko-KR" sz="1400" spc="-1" strike="noStrike">
                  <a:solidFill>
                    <a:srgbClr val="ffffff"/>
                  </a:solidFill>
                  <a:latin typeface="맑은 고딕"/>
                </a:rPr>
                <a:t>물류</a:t>
              </a:r>
              <a:r>
                <a:rPr b="0" lang="en-US" sz="1400" spc="-1" strike="noStrike">
                  <a:solidFill>
                    <a:srgbClr val="ffffff"/>
                  </a:solidFill>
                  <a:latin typeface="맑은 고딕"/>
                </a:rPr>
                <a:t>B-Blue</a:t>
              </a:r>
              <a:endParaRPr b="0" lang="en-US" sz="14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  <a:buNone/>
              </a:pPr>
              <a:r>
                <a:rPr b="0" lang="ko-KR" sz="1400" spc="-1" strike="noStrike">
                  <a:solidFill>
                    <a:srgbClr val="ffffff"/>
                  </a:solidFill>
                  <a:latin typeface="맑은 고딕"/>
                </a:rPr>
                <a:t>적재함</a:t>
              </a:r>
              <a:endParaRPr b="0" lang="en-US" sz="1400" spc="-1" strike="noStrike">
                <a:latin typeface="Arial"/>
              </a:endParaRPr>
            </a:p>
          </p:txBody>
        </p:sp>
        <p:sp>
          <p:nvSpPr>
            <p:cNvPr id="60" name="직사각형 8"/>
            <p:cNvSpPr/>
            <p:nvPr/>
          </p:nvSpPr>
          <p:spPr>
            <a:xfrm>
              <a:off x="9001800" y="2728800"/>
              <a:ext cx="1513080" cy="1380960"/>
            </a:xfrm>
            <a:prstGeom prst="rect">
              <a:avLst/>
            </a:prstGeom>
            <a:solidFill>
              <a:srgbClr val="4472c4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ko-KR" sz="1400" spc="-1" strike="noStrike">
                  <a:solidFill>
                    <a:srgbClr val="ffffff"/>
                  </a:solidFill>
                  <a:latin typeface="맑은 고딕"/>
                </a:rPr>
                <a:t>물류</a:t>
              </a:r>
              <a:r>
                <a:rPr b="0" lang="en-US" sz="1400" spc="-1" strike="noStrike">
                  <a:solidFill>
                    <a:srgbClr val="ffffff"/>
                  </a:solidFill>
                  <a:latin typeface="맑은 고딕"/>
                </a:rPr>
                <a:t>B-Red</a:t>
              </a:r>
              <a:endParaRPr b="0" lang="en-US" sz="14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  <a:buNone/>
              </a:pPr>
              <a:r>
                <a:rPr b="0" lang="ko-KR" sz="1400" spc="-1" strike="noStrike">
                  <a:solidFill>
                    <a:srgbClr val="ffffff"/>
                  </a:solidFill>
                  <a:latin typeface="맑은 고딕"/>
                </a:rPr>
                <a:t>적재함</a:t>
              </a:r>
              <a:endParaRPr b="0" lang="en-US" sz="1400" spc="-1" strike="noStrike">
                <a:latin typeface="Arial"/>
              </a:endParaRPr>
            </a:p>
          </p:txBody>
        </p:sp>
        <p:sp>
          <p:nvSpPr>
            <p:cNvPr id="61" name="직사각형 9"/>
            <p:cNvSpPr/>
            <p:nvPr/>
          </p:nvSpPr>
          <p:spPr>
            <a:xfrm>
              <a:off x="1676880" y="4441320"/>
              <a:ext cx="1513080" cy="1380960"/>
            </a:xfrm>
            <a:prstGeom prst="rect">
              <a:avLst/>
            </a:prstGeom>
            <a:solidFill>
              <a:srgbClr val="4472c4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ko-KR" sz="1400" spc="-1" strike="noStrike">
                  <a:solidFill>
                    <a:srgbClr val="ffffff"/>
                  </a:solidFill>
                  <a:latin typeface="맑은 고딕"/>
                </a:rPr>
                <a:t>물류</a:t>
              </a:r>
              <a:r>
                <a:rPr b="0" lang="en-US" sz="1400" spc="-1" strike="noStrike">
                  <a:solidFill>
                    <a:srgbClr val="ffffff"/>
                  </a:solidFill>
                  <a:latin typeface="맑은 고딕"/>
                </a:rPr>
                <a:t>C-Green</a:t>
              </a:r>
              <a:endParaRPr b="0" lang="en-US" sz="14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  <a:buNone/>
              </a:pPr>
              <a:r>
                <a:rPr b="0" lang="ko-KR" sz="1400" spc="-1" strike="noStrike">
                  <a:solidFill>
                    <a:srgbClr val="ffffff"/>
                  </a:solidFill>
                  <a:latin typeface="맑은 고딕"/>
                </a:rPr>
                <a:t>적재함</a:t>
              </a:r>
              <a:endParaRPr b="0" lang="en-US" sz="1400" spc="-1" strike="noStrike">
                <a:latin typeface="Arial"/>
              </a:endParaRPr>
            </a:p>
          </p:txBody>
        </p:sp>
        <p:sp>
          <p:nvSpPr>
            <p:cNvPr id="62" name="직사각형 10"/>
            <p:cNvSpPr/>
            <p:nvPr/>
          </p:nvSpPr>
          <p:spPr>
            <a:xfrm>
              <a:off x="9001800" y="4441320"/>
              <a:ext cx="1513080" cy="1380960"/>
            </a:xfrm>
            <a:prstGeom prst="rect">
              <a:avLst/>
            </a:prstGeom>
            <a:solidFill>
              <a:srgbClr val="4472c4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ko-KR" sz="1400" spc="-1" strike="noStrike">
                  <a:solidFill>
                    <a:srgbClr val="ffffff"/>
                  </a:solidFill>
                  <a:latin typeface="맑은 고딕"/>
                </a:rPr>
                <a:t>물류</a:t>
              </a:r>
              <a:r>
                <a:rPr b="0" lang="en-US" sz="1400" spc="-1" strike="noStrike">
                  <a:solidFill>
                    <a:srgbClr val="ffffff"/>
                  </a:solidFill>
                  <a:latin typeface="맑은 고딕"/>
                </a:rPr>
                <a:t>C-Blue</a:t>
              </a:r>
              <a:endParaRPr b="0" lang="en-US" sz="14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  <a:buNone/>
              </a:pPr>
              <a:r>
                <a:rPr b="0" lang="ko-KR" sz="1400" spc="-1" strike="noStrike">
                  <a:solidFill>
                    <a:srgbClr val="ffffff"/>
                  </a:solidFill>
                  <a:latin typeface="맑은 고딕"/>
                </a:rPr>
                <a:t>적재함</a:t>
              </a:r>
              <a:endParaRPr b="0" lang="en-US" sz="1400" spc="-1" strike="noStrike">
                <a:latin typeface="Arial"/>
              </a:endParaRPr>
            </a:p>
          </p:txBody>
        </p:sp>
        <p:sp>
          <p:nvSpPr>
            <p:cNvPr id="63" name="타원 11"/>
            <p:cNvSpPr/>
            <p:nvPr/>
          </p:nvSpPr>
          <p:spPr>
            <a:xfrm>
              <a:off x="5760000" y="5518080"/>
              <a:ext cx="671760" cy="608760"/>
            </a:xfrm>
            <a:prstGeom prst="ellipse">
              <a:avLst/>
            </a:prstGeom>
            <a:solidFill>
              <a:srgbClr val="7030a0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ko-KR" sz="1200" spc="-1" strike="noStrike">
                  <a:solidFill>
                    <a:srgbClr val="ffffff"/>
                  </a:solidFill>
                  <a:latin typeface="맑은 고딕"/>
                </a:rPr>
                <a:t>작업자</a:t>
              </a:r>
              <a:endParaRPr b="0" lang="en-US" sz="1200" spc="-1" strike="noStrike">
                <a:latin typeface="Arial"/>
              </a:endParaRPr>
            </a:p>
          </p:txBody>
        </p:sp>
        <p:sp>
          <p:nvSpPr>
            <p:cNvPr id="64" name="타원 12"/>
            <p:cNvSpPr/>
            <p:nvPr/>
          </p:nvSpPr>
          <p:spPr>
            <a:xfrm>
              <a:off x="5760000" y="712080"/>
              <a:ext cx="671760" cy="608760"/>
            </a:xfrm>
            <a:prstGeom prst="ellipse">
              <a:avLst/>
            </a:prstGeom>
            <a:solidFill>
              <a:srgbClr val="7030a0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ko-KR" sz="1200" spc="-1" strike="noStrike">
                  <a:solidFill>
                    <a:srgbClr val="ffffff"/>
                  </a:solidFill>
                  <a:latin typeface="맑은 고딕"/>
                </a:rPr>
                <a:t>작업자</a:t>
              </a:r>
              <a:endParaRPr b="0" lang="en-US" sz="1200" spc="-1" strike="noStrike">
                <a:latin typeface="Arial"/>
              </a:endParaRPr>
            </a:p>
          </p:txBody>
        </p:sp>
        <p:sp>
          <p:nvSpPr>
            <p:cNvPr id="65" name="화살표: 아래쪽 13"/>
            <p:cNvSpPr/>
            <p:nvPr/>
          </p:nvSpPr>
          <p:spPr>
            <a:xfrm>
              <a:off x="6036840" y="1370880"/>
              <a:ext cx="118080" cy="176040"/>
            </a:xfrm>
            <a:prstGeom prst="downArrow">
              <a:avLst>
                <a:gd name="adj1" fmla="val 50000"/>
                <a:gd name="adj2" fmla="val 50000"/>
              </a:avLst>
            </a:prstGeom>
            <a:solidFill>
              <a:schemeClr val="tx1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66" name="화살표: 아래쪽 19"/>
            <p:cNvSpPr/>
            <p:nvPr/>
          </p:nvSpPr>
          <p:spPr>
            <a:xfrm rot="10800000">
              <a:off x="6037200" y="5303880"/>
              <a:ext cx="118080" cy="176040"/>
            </a:xfrm>
            <a:prstGeom prst="downArrow">
              <a:avLst>
                <a:gd name="adj1" fmla="val 50000"/>
                <a:gd name="adj2" fmla="val 50000"/>
              </a:avLst>
            </a:prstGeom>
            <a:solidFill>
              <a:schemeClr val="tx1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67" name="직사각형 14"/>
            <p:cNvSpPr/>
            <p:nvPr/>
          </p:nvSpPr>
          <p:spPr>
            <a:xfrm>
              <a:off x="3995640" y="4432320"/>
              <a:ext cx="864000" cy="828720"/>
            </a:xfrm>
            <a:prstGeom prst="rect">
              <a:avLst/>
            </a:prstGeom>
            <a:solidFill>
              <a:schemeClr val="accent2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ko-KR" sz="1400" spc="-1" strike="noStrike">
                  <a:solidFill>
                    <a:srgbClr val="ffffff"/>
                  </a:solidFill>
                  <a:latin typeface="맑은 고딕"/>
                </a:rPr>
                <a:t>분류</a:t>
              </a:r>
              <a:endParaRPr b="0" lang="en-US" sz="14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  <a:buNone/>
              </a:pPr>
              <a:r>
                <a:rPr b="0" lang="ko-KR" sz="1400" spc="-1" strike="noStrike">
                  <a:solidFill>
                    <a:srgbClr val="ffffff"/>
                  </a:solidFill>
                  <a:latin typeface="맑은 고딕"/>
                </a:rPr>
                <a:t>불가품</a:t>
              </a:r>
              <a:endParaRPr b="0" lang="en-US" sz="1400" spc="-1" strike="noStrike">
                <a:latin typeface="Arial"/>
              </a:endParaRPr>
            </a:p>
          </p:txBody>
        </p:sp>
        <p:sp>
          <p:nvSpPr>
            <p:cNvPr id="68" name="직사각형 20"/>
            <p:cNvSpPr/>
            <p:nvPr/>
          </p:nvSpPr>
          <p:spPr>
            <a:xfrm>
              <a:off x="7332120" y="1596600"/>
              <a:ext cx="864000" cy="828720"/>
            </a:xfrm>
            <a:prstGeom prst="rect">
              <a:avLst/>
            </a:prstGeom>
            <a:solidFill>
              <a:schemeClr val="accent2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ko-KR" sz="1400" spc="-1" strike="noStrike">
                  <a:solidFill>
                    <a:srgbClr val="ffffff"/>
                  </a:solidFill>
                  <a:latin typeface="맑은 고딕"/>
                </a:rPr>
                <a:t>분류</a:t>
              </a:r>
              <a:endParaRPr b="0" lang="en-US" sz="14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  <a:buNone/>
              </a:pPr>
              <a:r>
                <a:rPr b="0" lang="ko-KR" sz="1400" spc="-1" strike="noStrike">
                  <a:solidFill>
                    <a:srgbClr val="ffffff"/>
                  </a:solidFill>
                  <a:latin typeface="맑은 고딕"/>
                </a:rPr>
                <a:t>불가품</a:t>
              </a:r>
              <a:endParaRPr b="0" lang="en-US" sz="1400" spc="-1" strike="noStrike">
                <a:latin typeface="Arial"/>
              </a:endParaRPr>
            </a:p>
          </p:txBody>
        </p:sp>
        <p:sp>
          <p:nvSpPr>
            <p:cNvPr id="69" name="화살표: 아래쪽 21"/>
            <p:cNvSpPr/>
            <p:nvPr/>
          </p:nvSpPr>
          <p:spPr>
            <a:xfrm>
              <a:off x="6036840" y="6212880"/>
              <a:ext cx="118080" cy="176040"/>
            </a:xfrm>
            <a:prstGeom prst="downArrow">
              <a:avLst>
                <a:gd name="adj1" fmla="val 50000"/>
                <a:gd name="adj2" fmla="val 50000"/>
              </a:avLst>
            </a:prstGeom>
            <a:solidFill>
              <a:schemeClr val="tx1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70" name="화살표: 아래쪽 22"/>
            <p:cNvSpPr/>
            <p:nvPr/>
          </p:nvSpPr>
          <p:spPr>
            <a:xfrm rot="10800000">
              <a:off x="6037200" y="488520"/>
              <a:ext cx="118080" cy="176040"/>
            </a:xfrm>
            <a:prstGeom prst="downArrow">
              <a:avLst>
                <a:gd name="adj1" fmla="val 50000"/>
                <a:gd name="adj2" fmla="val 50000"/>
              </a:avLst>
            </a:prstGeom>
            <a:solidFill>
              <a:schemeClr val="tx1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71" name="직사각형 23"/>
            <p:cNvSpPr/>
            <p:nvPr/>
          </p:nvSpPr>
          <p:spPr>
            <a:xfrm>
              <a:off x="3995640" y="5261400"/>
              <a:ext cx="864000" cy="117108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ko-KR" sz="1400" spc="-1" strike="noStrike">
                  <a:solidFill>
                    <a:srgbClr val="ffffff"/>
                  </a:solidFill>
                  <a:latin typeface="맑은 고딕"/>
                </a:rPr>
                <a:t>컨베</a:t>
              </a:r>
              <a:endParaRPr b="0" lang="en-US" sz="14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  <a:buNone/>
              </a:pPr>
              <a:r>
                <a:rPr b="0" lang="ko-KR" sz="1400" spc="-1" strike="noStrike">
                  <a:solidFill>
                    <a:srgbClr val="ffffff"/>
                  </a:solidFill>
                  <a:latin typeface="맑은 고딕"/>
                </a:rPr>
                <a:t>이어</a:t>
              </a:r>
              <a:endParaRPr b="0" lang="en-US" sz="14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  <a:buNone/>
              </a:pPr>
              <a:r>
                <a:rPr b="0" lang="ko-KR" sz="1400" spc="-1" strike="noStrike">
                  <a:solidFill>
                    <a:srgbClr val="ffffff"/>
                  </a:solidFill>
                  <a:latin typeface="맑은 고딕"/>
                </a:rPr>
                <a:t>벨트</a:t>
              </a:r>
              <a:endParaRPr b="0" lang="en-US" sz="14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  <a:buNone/>
              </a:pPr>
              <a:endParaRPr b="0" lang="en-US" sz="1800" spc="-1" strike="noStrike">
                <a:latin typeface="Arial"/>
              </a:endParaRPr>
            </a:p>
          </p:txBody>
        </p:sp>
        <p:sp>
          <p:nvSpPr>
            <p:cNvPr id="72" name="화살표: 아래쪽 24"/>
            <p:cNvSpPr/>
            <p:nvPr/>
          </p:nvSpPr>
          <p:spPr>
            <a:xfrm>
              <a:off x="4368240" y="6124680"/>
              <a:ext cx="118080" cy="176040"/>
            </a:xfrm>
            <a:prstGeom prst="downArrow">
              <a:avLst>
                <a:gd name="adj1" fmla="val 50000"/>
                <a:gd name="adj2" fmla="val 50000"/>
              </a:avLst>
            </a:prstGeom>
            <a:solidFill>
              <a:schemeClr val="tx1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73" name="직사각형 25"/>
            <p:cNvSpPr/>
            <p:nvPr/>
          </p:nvSpPr>
          <p:spPr>
            <a:xfrm>
              <a:off x="7332120" y="425160"/>
              <a:ext cx="864000" cy="117108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  <a:buNone/>
              </a:pPr>
              <a:endParaRPr b="0" lang="en-US" sz="14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  <a:buNone/>
              </a:pPr>
              <a:r>
                <a:rPr b="0" lang="ko-KR" sz="1400" spc="-1" strike="noStrike">
                  <a:solidFill>
                    <a:srgbClr val="ffffff"/>
                  </a:solidFill>
                  <a:latin typeface="맑은 고딕"/>
                </a:rPr>
                <a:t>컨베</a:t>
              </a:r>
              <a:endParaRPr b="0" lang="en-US" sz="14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  <a:buNone/>
              </a:pPr>
              <a:r>
                <a:rPr b="0" lang="ko-KR" sz="1400" spc="-1" strike="noStrike">
                  <a:solidFill>
                    <a:srgbClr val="ffffff"/>
                  </a:solidFill>
                  <a:latin typeface="맑은 고딕"/>
                </a:rPr>
                <a:t>이어</a:t>
              </a:r>
              <a:endParaRPr b="0" lang="en-US" sz="14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  <a:buNone/>
              </a:pPr>
              <a:r>
                <a:rPr b="0" lang="ko-KR" sz="1400" spc="-1" strike="noStrike">
                  <a:solidFill>
                    <a:srgbClr val="ffffff"/>
                  </a:solidFill>
                  <a:latin typeface="맑은 고딕"/>
                </a:rPr>
                <a:t>벨트</a:t>
              </a:r>
              <a:endParaRPr b="0" lang="en-US" sz="1400" spc="-1" strike="noStrike">
                <a:latin typeface="Arial"/>
              </a:endParaRPr>
            </a:p>
          </p:txBody>
        </p:sp>
        <p:sp>
          <p:nvSpPr>
            <p:cNvPr id="74" name="화살표: 아래쪽 26"/>
            <p:cNvSpPr/>
            <p:nvPr/>
          </p:nvSpPr>
          <p:spPr>
            <a:xfrm rot="10800000">
              <a:off x="7688520" y="536040"/>
              <a:ext cx="118080" cy="176040"/>
            </a:xfrm>
            <a:prstGeom prst="downArrow">
              <a:avLst>
                <a:gd name="adj1" fmla="val 50000"/>
                <a:gd name="adj2" fmla="val 50000"/>
              </a:avLst>
            </a:prstGeom>
            <a:solidFill>
              <a:schemeClr val="tx1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" descr=""/>
          <p:cNvPicPr/>
          <p:nvPr/>
        </p:nvPicPr>
        <p:blipFill>
          <a:blip r:embed="rId1"/>
          <a:stretch/>
        </p:blipFill>
        <p:spPr>
          <a:xfrm>
            <a:off x="486000" y="1515240"/>
            <a:ext cx="5457600" cy="3742200"/>
          </a:xfrm>
          <a:prstGeom prst="rect">
            <a:avLst/>
          </a:prstGeom>
          <a:ln w="0">
            <a:noFill/>
          </a:ln>
        </p:spPr>
      </p:pic>
      <p:pic>
        <p:nvPicPr>
          <p:cNvPr id="76" name="" descr=""/>
          <p:cNvPicPr/>
          <p:nvPr/>
        </p:nvPicPr>
        <p:blipFill>
          <a:blip r:embed="rId2"/>
          <a:stretch/>
        </p:blipFill>
        <p:spPr>
          <a:xfrm>
            <a:off x="6172200" y="1665360"/>
            <a:ext cx="5029200" cy="3363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656</TotalTime>
  <Application>LibreOffice/7.3.7.2$Linux_X86_64 LibreOffice_project/30$Build-2</Application>
  <AppVersion>15.0000</AppVersion>
  <Words>60</Words>
  <Paragraphs>43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2026-08-27T22:11:17Z</dcterms:created>
  <dc:creator>HKIT</dc:creator>
  <dc:description/>
  <dc:language>en-US</dc:language>
  <cp:lastModifiedBy/>
  <dcterms:modified xsi:type="dcterms:W3CDTF">2026-09-02T10:32:32Z</dcterms:modified>
  <cp:revision>13</cp:revision>
  <dc:subject/>
  <dc:title>PowerPoint 프레젠테이션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와이드스크린</vt:lpwstr>
  </property>
  <property fmtid="{D5CDD505-2E9C-101B-9397-08002B2CF9AE}" pid="3" name="Slides">
    <vt:i4>2</vt:i4>
  </property>
</Properties>
</file>