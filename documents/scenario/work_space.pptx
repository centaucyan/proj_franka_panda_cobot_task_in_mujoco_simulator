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6" autoAdjust="0"/>
    <p:restoredTop sz="94660"/>
  </p:normalViewPr>
  <p:slideViewPr>
    <p:cSldViewPr snapToGrid="0">
      <p:cViewPr varScale="1">
        <p:scale>
          <a:sx n="85" d="100"/>
          <a:sy n="85" d="100"/>
        </p:scale>
        <p:origin x="114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703CCE-BF90-4A88-8CB0-47732D5973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CDA6FA6-87C8-48B0-A240-D0CA24E90B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CA8758-59F9-411E-B01D-37D912555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BD79-195F-4508-BF44-1811062AAC5B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3722AC-5CFC-415C-8F9B-CD43609CD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76062D-C27D-490E-8625-899D8D724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D7152-818F-45EF-856A-DA654268FB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8870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A5C239-4ED4-40C0-92E0-B700059DF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9EF88C-ACCA-4911-90B8-25B8EEC9A6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A84CCF-8AF5-4943-9BBD-91A341A28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BD79-195F-4508-BF44-1811062AAC5B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88539A-F7FB-4ADF-8655-278204ECC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A79674-1740-4956-BD2E-33209409E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D7152-818F-45EF-856A-DA654268FB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7147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42DCD0-80F4-4B54-8ACD-9E380DD50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101C326-7951-43AC-9C41-AD2694495C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2C0714-7F14-4791-8802-C4D7B99DB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BD79-195F-4508-BF44-1811062AAC5B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AA6C1B-768D-46BE-9B66-3AFA96475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6D674B-12F0-4CB3-83C4-4CAE51BD4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D7152-818F-45EF-856A-DA654268FB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4210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3817B9-B75A-4BA1-B69E-8079C1BCE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B2C043-AC07-4BC3-ACF4-B43CF79B21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D0F66C6-77EC-4982-8ED0-077EDA4ABB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A2166E5-FE6A-415B-9E2E-91D6070A1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BD79-195F-4508-BF44-1811062AAC5B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DADD1AC-4F0D-4FDE-B809-E148A817F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182A8BC-B4D5-4903-8D66-2E48153D1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D7152-818F-45EF-856A-DA654268FB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8198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89EE1F-C5B3-49CD-9438-CBBE41A90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9F8E1F4-D6BF-4D40-A2A8-3862F56C24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D0A4E83-568F-40DC-8CD4-0E4AD67FBC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280B413-0B40-4096-AC74-EE4D67C14A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51B47B9-FC38-4072-9107-2C810FDBF6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B2BA3B1-EA28-4CE3-BB71-79C1D6BE4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BD79-195F-4508-BF44-1811062AAC5B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345D6B6-E444-4C66-B365-48F5C718F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F5C9517-974D-4EA8-A03E-942603DBB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D7152-818F-45EF-856A-DA654268FB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9786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27781D-2109-4D2A-BA64-B050952C3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7A2D920-47B3-4ACB-9E5D-433C676B5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BD79-195F-4508-BF44-1811062AAC5B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3CB22C1-65B3-416D-9235-D93E2C1DE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166FF5D-AD16-4EA3-9239-47375EEFF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D7152-818F-45EF-856A-DA654268FB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065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12117B4-C90B-44A8-AC47-F7CD81F6A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BD79-195F-4508-BF44-1811062AAC5B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82F8617-4860-41B4-BBD9-7C6C90E68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32DED5-43CE-4B67-9A34-591EF80C8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D7152-818F-45EF-856A-DA654268FB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5613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51EC53-54BC-4C6F-AADF-8F7EEAB51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4C4BE8-6856-4BB1-BDFD-71A6E3FBE2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73E77A8-8CCC-41D3-8A74-7A66A6877F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84218B-E38E-4057-9922-EDA996337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BD79-195F-4508-BF44-1811062AAC5B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FB41E4F-B2AA-45C7-A5F4-6249AF8D6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CD54B0-DD2A-40D2-86B3-61B3E6889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D7152-818F-45EF-856A-DA654268FB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3884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26E77-82A7-4107-9740-5045916E8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CC14004-9BFC-47E3-903F-7CE807F997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2C7C27C-E293-4669-8DD6-16178F410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171A7A8-BC9C-44A0-A945-DFED305AB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BD79-195F-4508-BF44-1811062AAC5B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19E04E6-3D59-4204-B4AF-A035CD934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C38824F-603D-46E8-9448-A3D7BE00A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D7152-818F-45EF-856A-DA654268FB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2524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D79EEA-269C-4F68-B40E-FE058E0E4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72C552A-5429-4582-A09D-8F7818DF51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BDDB76-48DE-4E1A-AA89-2ABF531A3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BD79-195F-4508-BF44-1811062AAC5B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6F1324-EAF3-4250-8D22-76F3A8638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61C8D2-D701-4D02-9882-CE7868D9A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D7152-818F-45EF-856A-DA654268FB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1932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4EC885B-5D2B-4966-87EE-DDA5EF467B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3DDD2EE-697C-4AFC-AB48-8C994D9BE5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2D3CDD-2B93-444E-8209-C7CAD55F7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BD79-195F-4508-BF44-1811062AAC5B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66D8BA-258C-41E8-B68E-C16BE82E9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C66761-D704-46F0-AA61-26D1EDFA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D7152-818F-45EF-856A-DA654268FB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6588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7411B40-3D3A-445C-ACF0-E46F6F35E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51338E5-D82C-422E-BA60-916D58F228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C4B4B5-7ECB-4A0D-8591-63DBA7FA5C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90BD79-195F-4508-BF44-1811062AAC5B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53058D-1DA7-4AA6-AE10-0518BFEA62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D9F9CC-8D3C-4BAD-AF6B-59845804EF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9D7152-818F-45EF-856A-DA654268FB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1769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그룹 26">
            <a:extLst>
              <a:ext uri="{FF2B5EF4-FFF2-40B4-BE49-F238E27FC236}">
                <a16:creationId xmlns:a16="http://schemas.microsoft.com/office/drawing/2014/main" id="{546425DD-1992-4E06-8471-4BB639D09BD1}"/>
              </a:ext>
            </a:extLst>
          </p:cNvPr>
          <p:cNvGrpSpPr/>
          <p:nvPr/>
        </p:nvGrpSpPr>
        <p:grpSpPr>
          <a:xfrm>
            <a:off x="1559878" y="1576210"/>
            <a:ext cx="9072244" cy="4318948"/>
            <a:chOff x="1769111" y="1576210"/>
            <a:chExt cx="9072244" cy="4318948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E74C06BE-6EAF-481A-884E-1E685522BEF6}"/>
                </a:ext>
              </a:extLst>
            </p:cNvPr>
            <p:cNvSpPr/>
            <p:nvPr/>
          </p:nvSpPr>
          <p:spPr>
            <a:xfrm>
              <a:off x="1769111" y="1576211"/>
              <a:ext cx="1513556" cy="199531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/>
                <a:t>부품</a:t>
              </a:r>
              <a:endParaRPr lang="en-US" altLang="ko-KR" sz="1400" dirty="0"/>
            </a:p>
            <a:p>
              <a:pPr algn="ctr"/>
              <a:r>
                <a:rPr lang="ko-KR" altLang="en-US" sz="1400" dirty="0"/>
                <a:t>적재함</a:t>
              </a:r>
              <a:endParaRPr lang="ko-KR" altLang="en-US" dirty="0"/>
            </a:p>
          </p:txBody>
        </p:sp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E4600936-A723-4262-9187-DBE37F6CA8D0}"/>
                </a:ext>
              </a:extLst>
            </p:cNvPr>
            <p:cNvSpPr/>
            <p:nvPr/>
          </p:nvSpPr>
          <p:spPr>
            <a:xfrm>
              <a:off x="4139000" y="2349151"/>
              <a:ext cx="880533" cy="86924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/>
                <a:t>로봇</a:t>
              </a:r>
              <a:r>
                <a:rPr lang="en-US" altLang="ko-KR" sz="1400" dirty="0"/>
                <a:t>1</a:t>
              </a:r>
              <a:endParaRPr lang="ko-KR" altLang="en-US" sz="1400" dirty="0"/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84ACEA36-FD47-458B-980C-D3E08139C069}"/>
                </a:ext>
              </a:extLst>
            </p:cNvPr>
            <p:cNvSpPr/>
            <p:nvPr/>
          </p:nvSpPr>
          <p:spPr>
            <a:xfrm>
              <a:off x="7612733" y="2349151"/>
              <a:ext cx="880533" cy="86924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/>
                <a:t>로봇</a:t>
              </a:r>
              <a:r>
                <a:rPr lang="en-US" altLang="ko-KR" sz="1400" dirty="0"/>
                <a:t>2</a:t>
              </a:r>
              <a:endParaRPr lang="ko-KR" altLang="en-US" sz="1400" dirty="0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4CD68C48-AD1A-4C41-A802-027542CB4067}"/>
                </a:ext>
              </a:extLst>
            </p:cNvPr>
            <p:cNvSpPr/>
            <p:nvPr/>
          </p:nvSpPr>
          <p:spPr>
            <a:xfrm>
              <a:off x="3282667" y="3753557"/>
              <a:ext cx="6045132" cy="1350431"/>
            </a:xfrm>
            <a:prstGeom prst="rect">
              <a:avLst/>
            </a:prstGeom>
            <a:solidFill>
              <a:schemeClr val="accent3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E946D2E6-5BB2-4302-B3BE-C5C102292BD9}"/>
                </a:ext>
              </a:extLst>
            </p:cNvPr>
            <p:cNvSpPr/>
            <p:nvPr/>
          </p:nvSpPr>
          <p:spPr>
            <a:xfrm>
              <a:off x="9327799" y="1576210"/>
              <a:ext cx="1513556" cy="199531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/>
                <a:t>완성품</a:t>
              </a:r>
              <a:endParaRPr lang="en-US" altLang="ko-KR" sz="1400" dirty="0"/>
            </a:p>
            <a:p>
              <a:pPr algn="ctr"/>
              <a:r>
                <a:rPr lang="ko-KR" altLang="en-US" sz="1400" dirty="0"/>
                <a:t>적재함</a:t>
              </a:r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CF4E7BF6-ED3B-42E6-BE91-1CAD50F5F6C3}"/>
                </a:ext>
              </a:extLst>
            </p:cNvPr>
            <p:cNvSpPr/>
            <p:nvPr/>
          </p:nvSpPr>
          <p:spPr>
            <a:xfrm>
              <a:off x="5294490" y="3954638"/>
              <a:ext cx="2043289" cy="94826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/>
                <a:t>작업자</a:t>
              </a:r>
              <a:endParaRPr lang="en-US" altLang="ko-KR" sz="1400" dirty="0"/>
            </a:p>
            <a:p>
              <a:pPr algn="ctr"/>
              <a:r>
                <a:rPr lang="ko-KR" altLang="en-US" sz="1400" dirty="0"/>
                <a:t>작업 공간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B6272C13-9B89-49F4-88E4-F7ED31D41781}"/>
                </a:ext>
              </a:extLst>
            </p:cNvPr>
            <p:cNvSpPr/>
            <p:nvPr/>
          </p:nvSpPr>
          <p:spPr>
            <a:xfrm>
              <a:off x="7586134" y="3954638"/>
              <a:ext cx="1501423" cy="94826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/>
                <a:t>검수 공간</a:t>
              </a:r>
              <a:endParaRPr lang="ko-KR" altLang="en-US" sz="1400" dirty="0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ED3DCDA5-AE1F-4AFD-AEF4-7A4280B65580}"/>
                </a:ext>
              </a:extLst>
            </p:cNvPr>
            <p:cNvSpPr/>
            <p:nvPr/>
          </p:nvSpPr>
          <p:spPr>
            <a:xfrm>
              <a:off x="3544712" y="3954637"/>
              <a:ext cx="1501423" cy="94826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/>
                <a:t>부품 대기 공간</a:t>
              </a: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50BA44A8-C47B-42C4-88C1-8650FCF7AB99}"/>
                </a:ext>
              </a:extLst>
            </p:cNvPr>
            <p:cNvSpPr/>
            <p:nvPr/>
          </p:nvSpPr>
          <p:spPr>
            <a:xfrm>
              <a:off x="5875867" y="1576210"/>
              <a:ext cx="880533" cy="199531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/>
                <a:t>불량품</a:t>
              </a:r>
              <a:endParaRPr lang="en-US" altLang="ko-KR" sz="1400" dirty="0"/>
            </a:p>
            <a:p>
              <a:pPr algn="ctr"/>
              <a:r>
                <a:rPr lang="ko-KR" altLang="en-US" sz="1400" dirty="0"/>
                <a:t>적재함</a:t>
              </a:r>
              <a:endParaRPr lang="ko-KR" altLang="en-US" dirty="0"/>
            </a:p>
          </p:txBody>
        </p: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2CA188E0-9D72-4F55-8CBF-A387D94E03F7}"/>
                </a:ext>
              </a:extLst>
            </p:cNvPr>
            <p:cNvSpPr/>
            <p:nvPr/>
          </p:nvSpPr>
          <p:spPr>
            <a:xfrm>
              <a:off x="5968829" y="5286023"/>
              <a:ext cx="672031" cy="609135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작업자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44517D35-A087-411C-BA94-97B99C6409BE}"/>
              </a:ext>
            </a:extLst>
          </p:cNvPr>
          <p:cNvSpPr txBox="1"/>
          <p:nvPr/>
        </p:nvSpPr>
        <p:spPr>
          <a:xfrm>
            <a:off x="5339222" y="593510"/>
            <a:ext cx="15135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&lt;</a:t>
            </a:r>
            <a:r>
              <a:rPr lang="ko-KR" altLang="en-US" dirty="0"/>
              <a:t>작업 공간</a:t>
            </a:r>
            <a:r>
              <a:rPr lang="en-US" altLang="ko-KR" dirty="0"/>
              <a:t>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869374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9397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565</TotalTime>
  <Words>23</Words>
  <Application>Microsoft Office PowerPoint</Application>
  <PresentationFormat>와이드스크린</PresentationFormat>
  <Paragraphs>14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HKIT</dc:creator>
  <cp:lastModifiedBy>HKIT</cp:lastModifiedBy>
  <cp:revision>5</cp:revision>
  <dcterms:created xsi:type="dcterms:W3CDTF">2026-08-27T22:11:17Z</dcterms:created>
  <dcterms:modified xsi:type="dcterms:W3CDTF">2026-08-31T00:47:33Z</dcterms:modified>
</cp:coreProperties>
</file>