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6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703CCE-BF90-4A88-8CB0-47732D597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DA6FA6-87C8-48B0-A240-D0CA24E90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CA8758-59F9-411E-B01D-37D912555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722AC-5CFC-415C-8F9B-CD43609CD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76062D-C27D-490E-8625-899D8D72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870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5C239-4ED4-40C0-92E0-B700059DF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9EF88C-ACCA-4911-90B8-25B8EEC9A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A84CCF-8AF5-4943-9BBD-91A341A28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88539A-F7FB-4ADF-8655-278204EC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A79674-1740-4956-BD2E-33209409E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147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42DCD0-80F4-4B54-8ACD-9E380DD50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01C326-7951-43AC-9C41-AD2694495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2C0714-7F14-4791-8802-C4D7B99DB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AA6C1B-768D-46BE-9B66-3AFA96475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6D674B-12F0-4CB3-83C4-4CAE51BD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210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817B9-B75A-4BA1-B69E-8079C1BCE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B2C043-AC07-4BC3-ACF4-B43CF79B2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0F66C6-77EC-4982-8ED0-077EDA4AB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2166E5-FE6A-415B-9E2E-91D6070A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ADD1AC-4F0D-4FDE-B809-E148A817F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82A8BC-B4D5-4903-8D66-2E48153D1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198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9EE1F-C5B3-49CD-9438-CBBE41A90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F8E1F4-D6BF-4D40-A2A8-3862F56C2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0A4E83-568F-40DC-8CD4-0E4AD67FB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80B413-0B40-4096-AC74-EE4D67C14A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1B47B9-FC38-4072-9107-2C810FDBF6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B2BA3B1-EA28-4CE3-BB71-79C1D6BE4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345D6B6-E444-4C66-B365-48F5C718F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5C9517-974D-4EA8-A03E-942603DB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78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7781D-2109-4D2A-BA64-B050952C3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A2D920-47B3-4ACB-9E5D-433C676B5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CB22C1-65B3-416D-9235-D93E2C1DE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166FF5D-AD16-4EA3-9239-47375EEFF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065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2117B4-C90B-44A8-AC47-F7CD81F6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82F8617-4860-41B4-BBD9-7C6C90E68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32DED5-43CE-4B67-9A34-591EF80C8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61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51EC53-54BC-4C6F-AADF-8F7EEAB5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4C4BE8-6856-4BB1-BDFD-71A6E3FBE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3E77A8-8CCC-41D3-8A74-7A66A6877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4218B-E38E-4057-9922-EDA996337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B41E4F-B2AA-45C7-A5F4-6249AF8D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CD54B0-DD2A-40D2-86B3-61B3E688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884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26E77-82A7-4107-9740-5045916E8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C14004-9BFC-47E3-903F-7CE807F997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C7C27C-E293-4669-8DD6-16178F410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71A7A8-BC9C-44A0-A945-DFED30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9E04E6-3D59-4204-B4AF-A035CD934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38824F-603D-46E8-9448-A3D7BE00A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52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D79EEA-269C-4F68-B40E-FE058E0E4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2C552A-5429-4582-A09D-8F7818DF5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BDDB76-48DE-4E1A-AA89-2ABF531A3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6F1324-EAF3-4250-8D22-76F3A8638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61C8D2-D701-4D02-9882-CE7868D9A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93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EC885B-5D2B-4966-87EE-DDA5EF467B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DDD2EE-697C-4AFC-AB48-8C994D9BE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2D3CDD-2B93-444E-8209-C7CAD55F7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66D8BA-258C-41E8-B68E-C16BE82E9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C66761-D704-46F0-AA61-26D1EDF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588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411B40-3D3A-445C-ACF0-E46F6F35E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1338E5-D82C-422E-BA60-916D58F22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C4B4B5-7ECB-4A0D-8591-63DBA7FA5C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BD79-195F-4508-BF44-1811062AAC5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53058D-1DA7-4AA6-AE10-0518BFEA6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D9F9CC-8D3C-4BAD-AF6B-59845804E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769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D81911F-0EA9-47FE-B0A1-DCD51E2EDC2C}"/>
              </a:ext>
            </a:extLst>
          </p:cNvPr>
          <p:cNvSpPr/>
          <p:nvPr/>
        </p:nvSpPr>
        <p:spPr>
          <a:xfrm>
            <a:off x="2628282" y="1900952"/>
            <a:ext cx="1907821" cy="903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CF4253D-C037-4D75-AC75-7C1E514316DD}"/>
              </a:ext>
            </a:extLst>
          </p:cNvPr>
          <p:cNvSpPr/>
          <p:nvPr/>
        </p:nvSpPr>
        <p:spPr>
          <a:xfrm>
            <a:off x="664020" y="1900952"/>
            <a:ext cx="1619953" cy="903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완제품 선반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DD20958-2CC3-408C-A1B2-661CA498DA53}"/>
              </a:ext>
            </a:extLst>
          </p:cNvPr>
          <p:cNvSpPr/>
          <p:nvPr/>
        </p:nvSpPr>
        <p:spPr>
          <a:xfrm>
            <a:off x="2797615" y="4184141"/>
            <a:ext cx="1569156" cy="903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부품 선반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649CC43-29B6-4A41-8BAC-D9E862C218D0}"/>
              </a:ext>
            </a:extLst>
          </p:cNvPr>
          <p:cNvSpPr/>
          <p:nvPr/>
        </p:nvSpPr>
        <p:spPr>
          <a:xfrm>
            <a:off x="1346995" y="3264088"/>
            <a:ext cx="1117600" cy="460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로봇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4906E30-E0C0-4071-91B0-41FE42CD4409}"/>
              </a:ext>
            </a:extLst>
          </p:cNvPr>
          <p:cNvSpPr/>
          <p:nvPr/>
        </p:nvSpPr>
        <p:spPr>
          <a:xfrm>
            <a:off x="3023393" y="3264088"/>
            <a:ext cx="1117600" cy="460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로봇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D59B585-D733-45CE-8AF5-AA887E064968}"/>
              </a:ext>
            </a:extLst>
          </p:cNvPr>
          <p:cNvSpPr/>
          <p:nvPr/>
        </p:nvSpPr>
        <p:spPr>
          <a:xfrm>
            <a:off x="664020" y="4184136"/>
            <a:ext cx="1619953" cy="903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불량품 선반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D16536-F6B8-4C17-81B3-F220AFE5F068}"/>
              </a:ext>
            </a:extLst>
          </p:cNvPr>
          <p:cNvSpPr txBox="1"/>
          <p:nvPr/>
        </p:nvSpPr>
        <p:spPr>
          <a:xfrm>
            <a:off x="1772299" y="65691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작업 환경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3029310-999A-43E6-A6DA-72B302155AFA}"/>
              </a:ext>
            </a:extLst>
          </p:cNvPr>
          <p:cNvSpPr/>
          <p:nvPr/>
        </p:nvSpPr>
        <p:spPr>
          <a:xfrm>
            <a:off x="2732703" y="2109787"/>
            <a:ext cx="474133" cy="46426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완제품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6230C18-E65E-4C87-AC22-172BEBF9632C}"/>
              </a:ext>
            </a:extLst>
          </p:cNvPr>
          <p:cNvSpPr/>
          <p:nvPr/>
        </p:nvSpPr>
        <p:spPr>
          <a:xfrm>
            <a:off x="3336656" y="2092323"/>
            <a:ext cx="1069626" cy="24959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작업대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79D8E01-7F0E-4D82-9959-4BD70ED71964}"/>
              </a:ext>
            </a:extLst>
          </p:cNvPr>
          <p:cNvSpPr/>
          <p:nvPr/>
        </p:nvSpPr>
        <p:spPr>
          <a:xfrm>
            <a:off x="3408625" y="2408491"/>
            <a:ext cx="859366" cy="24959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부품대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65B8747-B1CD-4AD0-A516-1F29BC4A2ACD}"/>
              </a:ext>
            </a:extLst>
          </p:cNvPr>
          <p:cNvSpPr/>
          <p:nvPr/>
        </p:nvSpPr>
        <p:spPr>
          <a:xfrm>
            <a:off x="3285855" y="1256260"/>
            <a:ext cx="925687" cy="460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6C7EC2-D807-4BA6-92D7-2ECC5DEC4AAA}"/>
              </a:ext>
            </a:extLst>
          </p:cNvPr>
          <p:cNvSpPr txBox="1"/>
          <p:nvPr/>
        </p:nvSpPr>
        <p:spPr>
          <a:xfrm>
            <a:off x="5154391" y="717778"/>
            <a:ext cx="3836307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기능</a:t>
            </a:r>
            <a:endParaRPr lang="en-US" altLang="ko-KR" sz="1200" dirty="0"/>
          </a:p>
          <a:p>
            <a:r>
              <a:rPr lang="en-US" altLang="ko-KR" sz="1200" dirty="0"/>
              <a:t>&lt;</a:t>
            </a:r>
            <a:r>
              <a:rPr lang="ko-KR" altLang="en-US" sz="1200" dirty="0"/>
              <a:t>로봇</a:t>
            </a:r>
            <a:r>
              <a:rPr lang="en-US" altLang="ko-KR" sz="1200" dirty="0"/>
              <a:t>1&gt;</a:t>
            </a:r>
          </a:p>
          <a:p>
            <a:pPr marL="285750" indent="-285750">
              <a:buFontTx/>
              <a:buChar char="-"/>
            </a:pPr>
            <a:r>
              <a:rPr lang="ko-KR" altLang="en-US" sz="1200" dirty="0"/>
              <a:t>부품 식별 및 부품대로 이동 </a:t>
            </a:r>
            <a:r>
              <a:rPr lang="en-US" altLang="ko-KR" sz="1200" dirty="0"/>
              <a:t>pick and place</a:t>
            </a:r>
          </a:p>
          <a:p>
            <a:pPr marL="285750" indent="-285750">
              <a:buFontTx/>
              <a:buChar char="-"/>
            </a:pPr>
            <a:r>
              <a:rPr lang="ko-KR" altLang="en-US" sz="1200" dirty="0"/>
              <a:t>만약 </a:t>
            </a:r>
            <a:r>
              <a:rPr lang="ko-KR" altLang="en-US" sz="1200" dirty="0" err="1"/>
              <a:t>부품대</a:t>
            </a:r>
            <a:r>
              <a:rPr lang="ko-KR" altLang="en-US" sz="1200" dirty="0"/>
              <a:t> 위치에 다른 부품 있으면 </a:t>
            </a:r>
            <a:r>
              <a:rPr lang="en-US" altLang="ko-KR" sz="1200" dirty="0"/>
              <a:t>place </a:t>
            </a:r>
            <a:r>
              <a:rPr lang="ko-KR" altLang="en-US" sz="1200" dirty="0"/>
              <a:t>대기</a:t>
            </a:r>
            <a:endParaRPr lang="en-US" altLang="ko-KR" sz="1200" dirty="0"/>
          </a:p>
          <a:p>
            <a:r>
              <a:rPr lang="en-US" altLang="ko-KR" sz="1200" dirty="0"/>
              <a:t>&lt;</a:t>
            </a:r>
            <a:r>
              <a:rPr lang="ko-KR" altLang="en-US" sz="1200" dirty="0"/>
              <a:t>로봇</a:t>
            </a:r>
            <a:r>
              <a:rPr lang="en-US" altLang="ko-KR" sz="1200" dirty="0"/>
              <a:t>2&gt;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완제품 검사 및 완제품 선반으로 제품 이동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완제품 선반 다 찼음을 알림 </a:t>
            </a:r>
            <a:endParaRPr lang="en-US" altLang="ko-KR" sz="1200" dirty="0"/>
          </a:p>
          <a:p>
            <a:r>
              <a:rPr lang="en-US" altLang="ko-KR" sz="1200" dirty="0"/>
              <a:t>&lt;</a:t>
            </a:r>
            <a:r>
              <a:rPr lang="ko-KR" altLang="en-US" sz="1200" dirty="0"/>
              <a:t>버튼</a:t>
            </a:r>
            <a:r>
              <a:rPr lang="en-US" altLang="ko-KR" sz="1200" dirty="0"/>
              <a:t>&gt;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/>
              <a:t>On/Off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/>
              <a:t>버튼</a:t>
            </a:r>
            <a:r>
              <a:rPr lang="en-US" altLang="ko-KR" sz="1200" dirty="0"/>
              <a:t>1: Start/Reset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/>
              <a:t>버튼</a:t>
            </a:r>
            <a:r>
              <a:rPr lang="en-US" altLang="ko-KR" sz="1200" dirty="0"/>
              <a:t>2: </a:t>
            </a:r>
            <a:r>
              <a:rPr lang="ko-KR" altLang="en-US" sz="1200" dirty="0"/>
              <a:t>같은 부품 다시 가져오기</a:t>
            </a:r>
            <a:endParaRPr lang="en-US" altLang="ko-KR" sz="1200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버튼</a:t>
            </a:r>
            <a:r>
              <a:rPr lang="en-US" altLang="ko-KR" sz="1200" dirty="0"/>
              <a:t>3: </a:t>
            </a:r>
            <a:r>
              <a:rPr lang="ko-KR" altLang="en-US" sz="1200" dirty="0"/>
              <a:t>로봇</a:t>
            </a:r>
            <a:r>
              <a:rPr lang="en-US" altLang="ko-KR" sz="1200" dirty="0"/>
              <a:t>2 </a:t>
            </a:r>
            <a:r>
              <a:rPr lang="ko-KR" altLang="en-US" sz="1200" dirty="0"/>
              <a:t>검사 시작</a:t>
            </a:r>
            <a:endParaRPr lang="en-US" altLang="ko-KR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295517-D234-41C6-9967-90651706368B}"/>
              </a:ext>
            </a:extLst>
          </p:cNvPr>
          <p:cNvSpPr txBox="1"/>
          <p:nvPr/>
        </p:nvSpPr>
        <p:spPr>
          <a:xfrm>
            <a:off x="5154391" y="3429000"/>
            <a:ext cx="6694311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시나리오</a:t>
            </a:r>
            <a:r>
              <a:rPr lang="en-US" altLang="ko-KR" sz="1200" dirty="0"/>
              <a:t>(</a:t>
            </a:r>
            <a:r>
              <a:rPr lang="ko-KR" altLang="en-US" sz="1200" dirty="0"/>
              <a:t>순서</a:t>
            </a:r>
            <a:r>
              <a:rPr lang="en-US" altLang="ko-KR" sz="1200" dirty="0"/>
              <a:t>)</a:t>
            </a:r>
          </a:p>
          <a:p>
            <a:pPr marL="228600" indent="-228600">
              <a:buAutoNum type="arabicPeriod"/>
            </a:pPr>
            <a:r>
              <a:rPr lang="ko-KR" altLang="en-US" sz="1200" dirty="0"/>
              <a:t>사람이 기계 스위치 </a:t>
            </a:r>
            <a:r>
              <a:rPr lang="en-US" altLang="ko-KR" sz="1200" dirty="0"/>
              <a:t>On =&gt; </a:t>
            </a:r>
            <a:r>
              <a:rPr lang="ko-KR" altLang="en-US" sz="1200" dirty="0"/>
              <a:t>시스템 점검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버튼</a:t>
            </a:r>
            <a:r>
              <a:rPr lang="en-US" altLang="ko-KR" sz="1200" dirty="0"/>
              <a:t>1 </a:t>
            </a:r>
            <a:r>
              <a:rPr lang="ko-KR" altLang="en-US" sz="1200" dirty="0"/>
              <a:t>누르면 로봇</a:t>
            </a:r>
            <a:r>
              <a:rPr lang="en-US" altLang="ko-KR" sz="1200" dirty="0"/>
              <a:t>1</a:t>
            </a:r>
            <a:r>
              <a:rPr lang="ko-KR" altLang="en-US" sz="1200" dirty="0"/>
              <a:t>이 부품 선반으로 부터 부품을 차례로 </a:t>
            </a:r>
            <a:r>
              <a:rPr lang="ko-KR" altLang="en-US" sz="1200" dirty="0" err="1"/>
              <a:t>부품대</a:t>
            </a:r>
            <a:r>
              <a:rPr lang="ko-KR" altLang="en-US" sz="1200" dirty="0"/>
              <a:t> 위치까지 </a:t>
            </a:r>
            <a:r>
              <a:rPr lang="en-US" altLang="ko-KR" sz="1200" dirty="0"/>
              <a:t>pick and place</a:t>
            </a:r>
          </a:p>
          <a:p>
            <a:pPr marL="228600" indent="-228600">
              <a:buAutoNum type="arabicPeriod"/>
            </a:pPr>
            <a:r>
              <a:rPr lang="ko-KR" altLang="en-US" sz="1200" dirty="0"/>
              <a:t>사람이 부품 확인 후  조립 시작</a:t>
            </a:r>
            <a:endParaRPr lang="en-US" altLang="ko-KR" sz="1200" dirty="0"/>
          </a:p>
          <a:p>
            <a:pPr marL="685800" lvl="1" indent="-228600">
              <a:buAutoNum type="arabicPeriod"/>
            </a:pPr>
            <a:r>
              <a:rPr lang="ko-KR" altLang="en-US" sz="1200" dirty="0"/>
              <a:t>만약 조립 중 부품이 깨지거나 다시 가져와야 할 경우 버튼</a:t>
            </a:r>
            <a:r>
              <a:rPr lang="en-US" altLang="ko-KR" sz="1200" dirty="0"/>
              <a:t>2 </a:t>
            </a:r>
            <a:r>
              <a:rPr lang="ko-KR" altLang="en-US" sz="1200" dirty="0"/>
              <a:t>누름</a:t>
            </a:r>
            <a:endParaRPr lang="en-US" altLang="ko-KR" sz="1200" dirty="0"/>
          </a:p>
          <a:p>
            <a:pPr marL="685800" lvl="1" indent="-228600">
              <a:buAutoNum type="arabicPeriod"/>
            </a:pPr>
            <a:r>
              <a:rPr lang="ko-KR" altLang="en-US" sz="1200" dirty="0"/>
              <a:t>만약 조립 중 모든 부품이 망가져 처음부터 다시 </a:t>
            </a:r>
            <a:r>
              <a:rPr lang="ko-KR" altLang="en-US" sz="1200" dirty="0" err="1"/>
              <a:t>해야할</a:t>
            </a:r>
            <a:r>
              <a:rPr lang="ko-KR" altLang="en-US" sz="1200" dirty="0"/>
              <a:t> 경우 버튼</a:t>
            </a:r>
            <a:r>
              <a:rPr lang="en-US" altLang="ko-KR" sz="1200" dirty="0"/>
              <a:t>1 </a:t>
            </a:r>
            <a:r>
              <a:rPr lang="ko-KR" altLang="en-US" sz="1200" dirty="0"/>
              <a:t>누름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조립이 끝난 후 사람이 버튼</a:t>
            </a:r>
            <a:r>
              <a:rPr lang="en-US" altLang="ko-KR" sz="1200" dirty="0"/>
              <a:t>3</a:t>
            </a:r>
            <a:r>
              <a:rPr lang="ko-KR" altLang="en-US" sz="1200" dirty="0"/>
              <a:t>을 누름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로봇</a:t>
            </a:r>
            <a:r>
              <a:rPr lang="en-US" altLang="ko-KR" sz="1200" dirty="0"/>
              <a:t>2</a:t>
            </a:r>
            <a:r>
              <a:rPr lang="ko-KR" altLang="en-US" sz="1200" dirty="0"/>
              <a:t>가 완제품 검사</a:t>
            </a:r>
            <a:r>
              <a:rPr lang="en-US" altLang="ko-KR" sz="1200" dirty="0"/>
              <a:t> </a:t>
            </a:r>
            <a:r>
              <a:rPr lang="ko-KR" altLang="en-US" sz="1200" dirty="0"/>
              <a:t>후 불량 구분 및 완제품 선반 </a:t>
            </a:r>
            <a:r>
              <a:rPr lang="en-US" altLang="ko-KR" sz="1200" dirty="0"/>
              <a:t>or </a:t>
            </a:r>
            <a:r>
              <a:rPr lang="ko-KR" altLang="en-US" sz="1200" dirty="0"/>
              <a:t>불량품 선반으로 제품 </a:t>
            </a:r>
            <a:r>
              <a:rPr lang="en-US" altLang="ko-KR" sz="1200" dirty="0"/>
              <a:t>pick and place</a:t>
            </a:r>
          </a:p>
          <a:p>
            <a:pPr marL="685800" lvl="1" indent="-228600">
              <a:buAutoNum type="arabicPeriod"/>
            </a:pPr>
            <a:r>
              <a:rPr lang="ko-KR" altLang="en-US" sz="1200" dirty="0"/>
              <a:t>로봇</a:t>
            </a:r>
            <a:r>
              <a:rPr lang="en-US" altLang="ko-KR" sz="1200" dirty="0"/>
              <a:t>2</a:t>
            </a:r>
            <a:r>
              <a:rPr lang="ko-KR" altLang="en-US" sz="1200" dirty="0"/>
              <a:t>는 완제품 개수와 불량품 개수를 </a:t>
            </a:r>
            <a:r>
              <a:rPr lang="ko-KR" altLang="en-US" sz="1200" dirty="0" err="1"/>
              <a:t>파악후</a:t>
            </a:r>
            <a:r>
              <a:rPr lang="ko-KR" altLang="en-US" sz="1200" dirty="0"/>
              <a:t> 선반이 찼을 경우 제조 시스템에 알림</a:t>
            </a:r>
            <a:endParaRPr lang="en-US" altLang="ko-KR" sz="12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268C48-1F3C-4483-8345-49A9A2DCF7F0}"/>
              </a:ext>
            </a:extLst>
          </p:cNvPr>
          <p:cNvSpPr/>
          <p:nvPr/>
        </p:nvSpPr>
        <p:spPr>
          <a:xfrm>
            <a:off x="4055898" y="1668819"/>
            <a:ext cx="513645" cy="24959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버튼</a:t>
            </a:r>
          </a:p>
        </p:txBody>
      </p:sp>
    </p:spTree>
    <p:extLst>
      <p:ext uri="{BB962C8B-B14F-4D97-AF65-F5344CB8AC3E}">
        <p14:creationId xmlns:p14="http://schemas.microsoft.com/office/powerpoint/2010/main" val="2386937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181</Words>
  <Application>Microsoft Office PowerPoint</Application>
  <PresentationFormat>와이드스크린</PresentationFormat>
  <Paragraphs>32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HKIT</dc:creator>
  <cp:lastModifiedBy>HKIT</cp:lastModifiedBy>
  <cp:revision>3</cp:revision>
  <dcterms:created xsi:type="dcterms:W3CDTF">2026-08-27T22:11:17Z</dcterms:created>
  <dcterms:modified xsi:type="dcterms:W3CDTF">2026-08-28T07:24:24Z</dcterms:modified>
</cp:coreProperties>
</file>